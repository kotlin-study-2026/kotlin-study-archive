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3" r:id="rId3"/>
    <p:sldId id="260" r:id="rId4"/>
    <p:sldId id="278" r:id="rId5"/>
    <p:sldId id="280" r:id="rId6"/>
    <p:sldId id="274" r:id="rId7"/>
    <p:sldId id="276" r:id="rId8"/>
    <p:sldId id="275" r:id="rId9"/>
    <p:sldId id="277" r:id="rId10"/>
    <p:sldId id="279" r:id="rId11"/>
    <p:sldId id="281" r:id="rId12"/>
    <p:sldId id="282" r:id="rId13"/>
    <p:sldId id="284" r:id="rId14"/>
    <p:sldId id="285" r:id="rId15"/>
    <p:sldId id="288" r:id="rId16"/>
    <p:sldId id="286" r:id="rId17"/>
    <p:sldId id="289" r:id="rId18"/>
    <p:sldId id="287" r:id="rId19"/>
    <p:sldId id="290" r:id="rId20"/>
    <p:sldId id="272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722"/>
    <a:srgbClr val="000000"/>
    <a:srgbClr val="212121"/>
    <a:srgbClr val="FFFFFF"/>
    <a:srgbClr val="009688"/>
    <a:srgbClr val="FAFAFA"/>
    <a:srgbClr val="FAF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gllom mr.gllom" userId="48a5bef9a0f1b8ae" providerId="LiveId" clId="{A625CB9F-B710-439A-A13A-2A11ACAF442A}"/>
    <pc:docChg chg="undo redo custSel addSld delSld modSld sldOrd">
      <pc:chgData name="mr.gllom mr.gllom" userId="48a5bef9a0f1b8ae" providerId="LiveId" clId="{A625CB9F-B710-439A-A13A-2A11ACAF442A}" dt="2026-03-18T13:31:51.130" v="2478" actId="2710"/>
      <pc:docMkLst>
        <pc:docMk/>
      </pc:docMkLst>
      <pc:sldChg chg="modSp mod">
        <pc:chgData name="mr.gllom mr.gllom" userId="48a5bef9a0f1b8ae" providerId="LiveId" clId="{A625CB9F-B710-439A-A13A-2A11ACAF442A}" dt="2026-03-18T07:51:04.399" v="0" actId="20577"/>
        <pc:sldMkLst>
          <pc:docMk/>
          <pc:sldMk cId="378587358" sldId="256"/>
        </pc:sldMkLst>
        <pc:spChg chg="mod">
          <ac:chgData name="mr.gllom mr.gllom" userId="48a5bef9a0f1b8ae" providerId="LiveId" clId="{A625CB9F-B710-439A-A13A-2A11ACAF442A}" dt="2026-03-18T07:51:04.399" v="0" actId="20577"/>
          <ac:spMkLst>
            <pc:docMk/>
            <pc:sldMk cId="378587358" sldId="256"/>
            <ac:spMk id="3" creationId="{CE3EEAF6-6ABF-556C-87EA-7710277EAD21}"/>
          </ac:spMkLst>
        </pc:spChg>
      </pc:sldChg>
      <pc:sldChg chg="addSp delSp modSp mod">
        <pc:chgData name="mr.gllom mr.gllom" userId="48a5bef9a0f1b8ae" providerId="LiveId" clId="{A625CB9F-B710-439A-A13A-2A11ACAF442A}" dt="2026-03-18T10:46:44.483" v="1241" actId="20577"/>
        <pc:sldMkLst>
          <pc:docMk/>
          <pc:sldMk cId="1622128941" sldId="260"/>
        </pc:sldMkLst>
        <pc:spChg chg="mod">
          <ac:chgData name="mr.gllom mr.gllom" userId="48a5bef9a0f1b8ae" providerId="LiveId" clId="{A625CB9F-B710-439A-A13A-2A11ACAF442A}" dt="2026-03-18T08:59:41.477" v="337" actId="20577"/>
          <ac:spMkLst>
            <pc:docMk/>
            <pc:sldMk cId="1622128941" sldId="260"/>
            <ac:spMk id="2" creationId="{02DB1897-6D67-761B-405D-EAC7A1B445A3}"/>
          </ac:spMkLst>
        </pc:spChg>
        <pc:spChg chg="mod">
          <ac:chgData name="mr.gllom mr.gllom" userId="48a5bef9a0f1b8ae" providerId="LiveId" clId="{A625CB9F-B710-439A-A13A-2A11ACAF442A}" dt="2026-03-18T10:46:44.483" v="1241" actId="20577"/>
          <ac:spMkLst>
            <pc:docMk/>
            <pc:sldMk cId="1622128941" sldId="260"/>
            <ac:spMk id="3" creationId="{6E50C0E5-24F4-E137-690F-A9821BCD5E59}"/>
          </ac:spMkLst>
        </pc:spChg>
        <pc:spChg chg="mod">
          <ac:chgData name="mr.gllom mr.gllom" userId="48a5bef9a0f1b8ae" providerId="LiveId" clId="{A625CB9F-B710-439A-A13A-2A11ACAF442A}" dt="2026-03-18T10:00:59.325" v="800" actId="12788"/>
          <ac:spMkLst>
            <pc:docMk/>
            <pc:sldMk cId="1622128941" sldId="260"/>
            <ac:spMk id="6" creationId="{C59092A4-6839-7E48-6F1F-9F957ACC7F9D}"/>
          </ac:spMkLst>
        </pc:spChg>
        <pc:spChg chg="mod">
          <ac:chgData name="mr.gllom mr.gllom" userId="48a5bef9a0f1b8ae" providerId="LiveId" clId="{A625CB9F-B710-439A-A13A-2A11ACAF442A}" dt="2026-03-18T10:00:59.325" v="800" actId="12788"/>
          <ac:spMkLst>
            <pc:docMk/>
            <pc:sldMk cId="1622128941" sldId="260"/>
            <ac:spMk id="8" creationId="{5CC5AD13-0F21-BBA7-4880-105105C16AB9}"/>
          </ac:spMkLst>
        </pc:spChg>
        <pc:spChg chg="mod">
          <ac:chgData name="mr.gllom mr.gllom" userId="48a5bef9a0f1b8ae" providerId="LiveId" clId="{A625CB9F-B710-439A-A13A-2A11ACAF442A}" dt="2026-03-18T10:00:59.325" v="800" actId="12788"/>
          <ac:spMkLst>
            <pc:docMk/>
            <pc:sldMk cId="1622128941" sldId="260"/>
            <ac:spMk id="9" creationId="{9BE27A71-7380-1209-5273-24913F06DB82}"/>
          </ac:spMkLst>
        </pc:spChg>
        <pc:spChg chg="mod">
          <ac:chgData name="mr.gllom mr.gllom" userId="48a5bef9a0f1b8ae" providerId="LiveId" clId="{A625CB9F-B710-439A-A13A-2A11ACAF442A}" dt="2026-03-18T10:00:59.325" v="800" actId="12788"/>
          <ac:spMkLst>
            <pc:docMk/>
            <pc:sldMk cId="1622128941" sldId="260"/>
            <ac:spMk id="10" creationId="{F3274A9F-2098-D35E-C83E-C5E7CFC67529}"/>
          </ac:spMkLst>
        </pc:spChg>
        <pc:spChg chg="add mod">
          <ac:chgData name="mr.gllom mr.gllom" userId="48a5bef9a0f1b8ae" providerId="LiveId" clId="{A625CB9F-B710-439A-A13A-2A11ACAF442A}" dt="2026-03-18T10:15:31.536" v="1104"/>
          <ac:spMkLst>
            <pc:docMk/>
            <pc:sldMk cId="1622128941" sldId="260"/>
            <ac:spMk id="11" creationId="{681D9252-AE76-5DCC-7B12-6D2E60BF7026}"/>
          </ac:spMkLst>
        </pc:spChg>
        <pc:spChg chg="mod">
          <ac:chgData name="mr.gllom mr.gllom" userId="48a5bef9a0f1b8ae" providerId="LiveId" clId="{A625CB9F-B710-439A-A13A-2A11ACAF442A}" dt="2026-03-18T10:15:38.438" v="1105"/>
          <ac:spMkLst>
            <pc:docMk/>
            <pc:sldMk cId="1622128941" sldId="260"/>
            <ac:spMk id="13" creationId="{9FEC7871-AC44-D594-1761-8B962C96E25B}"/>
          </ac:spMkLst>
        </pc:spChg>
        <pc:spChg chg="mod">
          <ac:chgData name="mr.gllom mr.gllom" userId="48a5bef9a0f1b8ae" providerId="LiveId" clId="{A625CB9F-B710-439A-A13A-2A11ACAF442A}" dt="2026-03-18T10:15:38.438" v="1105"/>
          <ac:spMkLst>
            <pc:docMk/>
            <pc:sldMk cId="1622128941" sldId="260"/>
            <ac:spMk id="14" creationId="{A3A2B16B-A7C0-82A7-DC8E-B8B1BE65C829}"/>
          </ac:spMkLst>
        </pc:spChg>
        <pc:spChg chg="mod">
          <ac:chgData name="mr.gllom mr.gllom" userId="48a5bef9a0f1b8ae" providerId="LiveId" clId="{A625CB9F-B710-439A-A13A-2A11ACAF442A}" dt="2026-03-18T10:15:38.438" v="1105"/>
          <ac:spMkLst>
            <pc:docMk/>
            <pc:sldMk cId="1622128941" sldId="260"/>
            <ac:spMk id="15" creationId="{521D7AF7-68E6-FB83-CD8C-7C432ADC9C74}"/>
          </ac:spMkLst>
        </pc:spChg>
        <pc:spChg chg="mod">
          <ac:chgData name="mr.gllom mr.gllom" userId="48a5bef9a0f1b8ae" providerId="LiveId" clId="{A625CB9F-B710-439A-A13A-2A11ACAF442A}" dt="2026-03-18T10:15:38.438" v="1105"/>
          <ac:spMkLst>
            <pc:docMk/>
            <pc:sldMk cId="1622128941" sldId="260"/>
            <ac:spMk id="16" creationId="{D5943AB4-72DE-6714-C95C-F4F4EB9063D7}"/>
          </ac:spMkLst>
        </pc:spChg>
        <pc:spChg chg="mod">
          <ac:chgData name="mr.gllom mr.gllom" userId="48a5bef9a0f1b8ae" providerId="LiveId" clId="{A625CB9F-B710-439A-A13A-2A11ACAF442A}" dt="2026-03-18T10:15:38.438" v="1105"/>
          <ac:spMkLst>
            <pc:docMk/>
            <pc:sldMk cId="1622128941" sldId="260"/>
            <ac:spMk id="17" creationId="{9A79BED2-E1FC-1A54-2B91-4832E2AD4AC5}"/>
          </ac:spMkLst>
        </pc:spChg>
        <pc:spChg chg="mod">
          <ac:chgData name="mr.gllom mr.gllom" userId="48a5bef9a0f1b8ae" providerId="LiveId" clId="{A625CB9F-B710-439A-A13A-2A11ACAF442A}" dt="2026-03-18T10:15:38.438" v="1105"/>
          <ac:spMkLst>
            <pc:docMk/>
            <pc:sldMk cId="1622128941" sldId="260"/>
            <ac:spMk id="18" creationId="{CC2EF2E7-CBDA-45AE-9485-AFD0254BA537}"/>
          </ac:spMkLst>
        </pc:spChg>
        <pc:spChg chg="mod">
          <ac:chgData name="mr.gllom mr.gllom" userId="48a5bef9a0f1b8ae" providerId="LiveId" clId="{A625CB9F-B710-439A-A13A-2A11ACAF442A}" dt="2026-03-18T10:15:38.438" v="1105"/>
          <ac:spMkLst>
            <pc:docMk/>
            <pc:sldMk cId="1622128941" sldId="260"/>
            <ac:spMk id="19" creationId="{0C026AA8-C45B-D11A-252D-637158D6C2DB}"/>
          </ac:spMkLst>
        </pc:spChg>
        <pc:spChg chg="mod">
          <ac:chgData name="mr.gllom mr.gllom" userId="48a5bef9a0f1b8ae" providerId="LiveId" clId="{A625CB9F-B710-439A-A13A-2A11ACAF442A}" dt="2026-03-18T10:15:38.438" v="1105"/>
          <ac:spMkLst>
            <pc:docMk/>
            <pc:sldMk cId="1622128941" sldId="260"/>
            <ac:spMk id="20" creationId="{73A1639C-8776-C2D8-4BA3-3D9CAF323E8A}"/>
          </ac:spMkLst>
        </pc:spChg>
        <pc:spChg chg="add">
          <ac:chgData name="mr.gllom mr.gllom" userId="48a5bef9a0f1b8ae" providerId="LiveId" clId="{A625CB9F-B710-439A-A13A-2A11ACAF442A}" dt="2026-03-18T10:18:54.820" v="1133"/>
          <ac:spMkLst>
            <pc:docMk/>
            <pc:sldMk cId="1622128941" sldId="260"/>
            <ac:spMk id="21" creationId="{BF54A729-C48C-5114-AE65-028BA5BC447A}"/>
          </ac:spMkLst>
        </pc:spChg>
        <pc:spChg chg="add">
          <ac:chgData name="mr.gllom mr.gllom" userId="48a5bef9a0f1b8ae" providerId="LiveId" clId="{A625CB9F-B710-439A-A13A-2A11ACAF442A}" dt="2026-03-18T10:18:57.231" v="1134"/>
          <ac:spMkLst>
            <pc:docMk/>
            <pc:sldMk cId="1622128941" sldId="260"/>
            <ac:spMk id="22" creationId="{12398E0A-21A9-231D-B474-9295F15ABCF9}"/>
          </ac:spMkLst>
        </pc:spChg>
        <pc:spChg chg="add">
          <ac:chgData name="mr.gllom mr.gllom" userId="48a5bef9a0f1b8ae" providerId="LiveId" clId="{A625CB9F-B710-439A-A13A-2A11ACAF442A}" dt="2026-03-18T10:19:06.572" v="1136"/>
          <ac:spMkLst>
            <pc:docMk/>
            <pc:sldMk cId="1622128941" sldId="260"/>
            <ac:spMk id="23" creationId="{9217912B-2CCD-275C-F5EF-96D0E9160E58}"/>
          </ac:spMkLst>
        </pc:spChg>
        <pc:spChg chg="add">
          <ac:chgData name="mr.gllom mr.gllom" userId="48a5bef9a0f1b8ae" providerId="LiveId" clId="{A625CB9F-B710-439A-A13A-2A11ACAF442A}" dt="2026-03-18T10:19:11.789" v="1137"/>
          <ac:spMkLst>
            <pc:docMk/>
            <pc:sldMk cId="1622128941" sldId="260"/>
            <ac:spMk id="24" creationId="{182EA32F-6ABC-74FF-E7DF-00AF4C31B1E6}"/>
          </ac:spMkLst>
        </pc:spChg>
        <pc:spChg chg="add mod">
          <ac:chgData name="mr.gllom mr.gllom" userId="48a5bef9a0f1b8ae" providerId="LiveId" clId="{A625CB9F-B710-439A-A13A-2A11ACAF442A}" dt="2026-03-18T10:19:22.688" v="1139" actId="20578"/>
          <ac:spMkLst>
            <pc:docMk/>
            <pc:sldMk cId="1622128941" sldId="260"/>
            <ac:spMk id="25" creationId="{46374923-F320-A8B6-1168-14CBAC020BD2}"/>
          </ac:spMkLst>
        </pc:spChg>
        <pc:grpChg chg="add del mod">
          <ac:chgData name="mr.gllom mr.gllom" userId="48a5bef9a0f1b8ae" providerId="LiveId" clId="{A625CB9F-B710-439A-A13A-2A11ACAF442A}" dt="2026-03-18T10:01:04.262" v="801" actId="21"/>
          <ac:grpSpMkLst>
            <pc:docMk/>
            <pc:sldMk cId="1622128941" sldId="260"/>
            <ac:grpSpMk id="5" creationId="{0DAC95A8-6226-6FE2-516D-B35586F63704}"/>
          </ac:grpSpMkLst>
        </pc:grpChg>
        <pc:grpChg chg="add mod">
          <ac:chgData name="mr.gllom mr.gllom" userId="48a5bef9a0f1b8ae" providerId="LiveId" clId="{A625CB9F-B710-439A-A13A-2A11ACAF442A}" dt="2026-03-18T10:15:38.438" v="1105"/>
          <ac:grpSpMkLst>
            <pc:docMk/>
            <pc:sldMk cId="1622128941" sldId="260"/>
            <ac:grpSpMk id="12" creationId="{BC635E36-8C35-B556-560C-F6B4B730AF4B}"/>
          </ac:grpSpMkLst>
        </pc:grpChg>
        <pc:picChg chg="add del mod">
          <ac:chgData name="mr.gllom mr.gllom" userId="48a5bef9a0f1b8ae" providerId="LiveId" clId="{A625CB9F-B710-439A-A13A-2A11ACAF442A}" dt="2026-03-18T10:15:40.487" v="1106" actId="478"/>
          <ac:picMkLst>
            <pc:docMk/>
            <pc:sldMk cId="1622128941" sldId="260"/>
            <ac:picMk id="4" creationId="{161CB6D0-2FF8-9A19-19B8-2FF1CA339FC9}"/>
          </ac:picMkLst>
        </pc:picChg>
        <pc:picChg chg="del">
          <ac:chgData name="mr.gllom mr.gllom" userId="48a5bef9a0f1b8ae" providerId="LiveId" clId="{A625CB9F-B710-439A-A13A-2A11ACAF442A}" dt="2026-03-18T07:57:57.862" v="87" actId="478"/>
          <ac:picMkLst>
            <pc:docMk/>
            <pc:sldMk cId="1622128941" sldId="260"/>
            <ac:picMk id="7" creationId="{6CF92959-EE0E-CC0E-05B0-8FA8D8661A29}"/>
          </ac:picMkLst>
        </pc:picChg>
        <pc:picChg chg="add del mod">
          <ac:chgData name="mr.gllom mr.gllom" userId="48a5bef9a0f1b8ae" providerId="LiveId" clId="{A625CB9F-B710-439A-A13A-2A11ACAF442A}" dt="2026-03-18T10:00:40.911" v="795" actId="21"/>
          <ac:picMkLst>
            <pc:docMk/>
            <pc:sldMk cId="1622128941" sldId="260"/>
            <ac:picMk id="2050" creationId="{3B10E583-B7A3-E235-ED41-A36CEF2C6D2D}"/>
          </ac:picMkLst>
        </pc:picChg>
      </pc:sldChg>
      <pc:sldChg chg="del">
        <pc:chgData name="mr.gllom mr.gllom" userId="48a5bef9a0f1b8ae" providerId="LiveId" clId="{A625CB9F-B710-439A-A13A-2A11ACAF442A}" dt="2026-03-18T08:10:21.950" v="191" actId="47"/>
        <pc:sldMkLst>
          <pc:docMk/>
          <pc:sldMk cId="2897041559" sldId="261"/>
        </pc:sldMkLst>
      </pc:sldChg>
      <pc:sldChg chg="del">
        <pc:chgData name="mr.gllom mr.gllom" userId="48a5bef9a0f1b8ae" providerId="LiveId" clId="{A625CB9F-B710-439A-A13A-2A11ACAF442A}" dt="2026-03-18T13:27:07.136" v="2359" actId="47"/>
        <pc:sldMkLst>
          <pc:docMk/>
          <pc:sldMk cId="3975219930" sldId="262"/>
        </pc:sldMkLst>
      </pc:sldChg>
      <pc:sldChg chg="del">
        <pc:chgData name="mr.gllom mr.gllom" userId="48a5bef9a0f1b8ae" providerId="LiveId" clId="{A625CB9F-B710-439A-A13A-2A11ACAF442A}" dt="2026-03-18T13:27:06.480" v="2358" actId="47"/>
        <pc:sldMkLst>
          <pc:docMk/>
          <pc:sldMk cId="1136366074" sldId="263"/>
        </pc:sldMkLst>
      </pc:sldChg>
      <pc:sldChg chg="del">
        <pc:chgData name="mr.gllom mr.gllom" userId="48a5bef9a0f1b8ae" providerId="LiveId" clId="{A625CB9F-B710-439A-A13A-2A11ACAF442A}" dt="2026-03-18T13:27:02.926" v="2351" actId="47"/>
        <pc:sldMkLst>
          <pc:docMk/>
          <pc:sldMk cId="3329361110" sldId="264"/>
        </pc:sldMkLst>
      </pc:sldChg>
      <pc:sldChg chg="del">
        <pc:chgData name="mr.gllom mr.gllom" userId="48a5bef9a0f1b8ae" providerId="LiveId" clId="{A625CB9F-B710-439A-A13A-2A11ACAF442A}" dt="2026-03-18T13:27:03.715" v="2352" actId="47"/>
        <pc:sldMkLst>
          <pc:docMk/>
          <pc:sldMk cId="1121059737" sldId="265"/>
        </pc:sldMkLst>
      </pc:sldChg>
      <pc:sldChg chg="del">
        <pc:chgData name="mr.gllom mr.gllom" userId="48a5bef9a0f1b8ae" providerId="LiveId" clId="{A625CB9F-B710-439A-A13A-2A11ACAF442A}" dt="2026-03-18T13:27:05.965" v="2357" actId="47"/>
        <pc:sldMkLst>
          <pc:docMk/>
          <pc:sldMk cId="1591695544" sldId="266"/>
        </pc:sldMkLst>
      </pc:sldChg>
      <pc:sldChg chg="del">
        <pc:chgData name="mr.gllom mr.gllom" userId="48a5bef9a0f1b8ae" providerId="LiveId" clId="{A625CB9F-B710-439A-A13A-2A11ACAF442A}" dt="2026-03-18T13:27:05.419" v="2356" actId="47"/>
        <pc:sldMkLst>
          <pc:docMk/>
          <pc:sldMk cId="1373846171" sldId="267"/>
        </pc:sldMkLst>
      </pc:sldChg>
      <pc:sldChg chg="del">
        <pc:chgData name="mr.gllom mr.gllom" userId="48a5bef9a0f1b8ae" providerId="LiveId" clId="{A625CB9F-B710-439A-A13A-2A11ACAF442A}" dt="2026-03-18T13:31:32.255" v="2471" actId="47"/>
        <pc:sldMkLst>
          <pc:docMk/>
          <pc:sldMk cId="3202718163" sldId="268"/>
        </pc:sldMkLst>
      </pc:sldChg>
      <pc:sldChg chg="del">
        <pc:chgData name="mr.gllom mr.gllom" userId="48a5bef9a0f1b8ae" providerId="LiveId" clId="{A625CB9F-B710-439A-A13A-2A11ACAF442A}" dt="2026-03-18T13:27:04.106" v="2353" actId="47"/>
        <pc:sldMkLst>
          <pc:docMk/>
          <pc:sldMk cId="2340240559" sldId="269"/>
        </pc:sldMkLst>
      </pc:sldChg>
      <pc:sldChg chg="del">
        <pc:chgData name="mr.gllom mr.gllom" userId="48a5bef9a0f1b8ae" providerId="LiveId" clId="{A625CB9F-B710-439A-A13A-2A11ACAF442A}" dt="2026-03-18T13:27:04.861" v="2355" actId="47"/>
        <pc:sldMkLst>
          <pc:docMk/>
          <pc:sldMk cId="2818740184" sldId="270"/>
        </pc:sldMkLst>
      </pc:sldChg>
      <pc:sldChg chg="del">
        <pc:chgData name="mr.gllom mr.gllom" userId="48a5bef9a0f1b8ae" providerId="LiveId" clId="{A625CB9F-B710-439A-A13A-2A11ACAF442A}" dt="2026-03-18T13:27:04.568" v="2354" actId="47"/>
        <pc:sldMkLst>
          <pc:docMk/>
          <pc:sldMk cId="393929104" sldId="271"/>
        </pc:sldMkLst>
      </pc:sldChg>
      <pc:sldChg chg="modSp mod">
        <pc:chgData name="mr.gllom mr.gllom" userId="48a5bef9a0f1b8ae" providerId="LiveId" clId="{A625CB9F-B710-439A-A13A-2A11ACAF442A}" dt="2026-03-18T13:31:51.130" v="2478" actId="2710"/>
        <pc:sldMkLst>
          <pc:docMk/>
          <pc:sldMk cId="1073298885" sldId="273"/>
        </pc:sldMkLst>
        <pc:spChg chg="mod">
          <ac:chgData name="mr.gllom mr.gllom" userId="48a5bef9a0f1b8ae" providerId="LiveId" clId="{A625CB9F-B710-439A-A13A-2A11ACAF442A}" dt="2026-03-18T13:31:51.130" v="2478" actId="2710"/>
          <ac:spMkLst>
            <pc:docMk/>
            <pc:sldMk cId="1073298885" sldId="273"/>
            <ac:spMk id="3" creationId="{550399A3-6B37-93DA-2161-4EC1433CD9D7}"/>
          </ac:spMkLst>
        </pc:spChg>
      </pc:sldChg>
      <pc:sldChg chg="addSp delSp modSp add mod">
        <pc:chgData name="mr.gllom mr.gllom" userId="48a5bef9a0f1b8ae" providerId="LiveId" clId="{A625CB9F-B710-439A-A13A-2A11ACAF442A}" dt="2026-03-18T10:01:24.255" v="806" actId="1037"/>
        <pc:sldMkLst>
          <pc:docMk/>
          <pc:sldMk cId="711130470" sldId="274"/>
        </pc:sldMkLst>
        <pc:spChg chg="mod">
          <ac:chgData name="mr.gllom mr.gllom" userId="48a5bef9a0f1b8ae" providerId="LiveId" clId="{A625CB9F-B710-439A-A13A-2A11ACAF442A}" dt="2026-03-18T08:59:45.179" v="338"/>
          <ac:spMkLst>
            <pc:docMk/>
            <pc:sldMk cId="711130470" sldId="274"/>
            <ac:spMk id="2" creationId="{4780885E-5E94-22F4-0712-8F52AE9EED56}"/>
          </ac:spMkLst>
        </pc:spChg>
        <pc:spChg chg="mod">
          <ac:chgData name="mr.gllom mr.gllom" userId="48a5bef9a0f1b8ae" providerId="LiveId" clId="{A625CB9F-B710-439A-A13A-2A11ACAF442A}" dt="2026-03-18T08:43:58.400" v="303" actId="20577"/>
          <ac:spMkLst>
            <pc:docMk/>
            <pc:sldMk cId="711130470" sldId="274"/>
            <ac:spMk id="3" creationId="{A883B586-FF03-C2D1-7E97-E734A8AB96E5}"/>
          </ac:spMkLst>
        </pc:spChg>
        <pc:spChg chg="add mod">
          <ac:chgData name="mr.gllom mr.gllom" userId="48a5bef9a0f1b8ae" providerId="LiveId" clId="{A625CB9F-B710-439A-A13A-2A11ACAF442A}" dt="2026-03-18T10:01:24.255" v="806" actId="1037"/>
          <ac:spMkLst>
            <pc:docMk/>
            <pc:sldMk cId="711130470" sldId="274"/>
            <ac:spMk id="14" creationId="{13ACE40D-C4B3-04D0-70CE-46848E5CD6DC}"/>
          </ac:spMkLst>
        </pc:spChg>
        <pc:grpChg chg="add mod">
          <ac:chgData name="mr.gllom mr.gllom" userId="48a5bef9a0f1b8ae" providerId="LiveId" clId="{A625CB9F-B710-439A-A13A-2A11ACAF442A}" dt="2026-03-18T08:16:53.700" v="266" actId="12788"/>
          <ac:grpSpMkLst>
            <pc:docMk/>
            <pc:sldMk cId="711130470" sldId="274"/>
            <ac:grpSpMk id="13" creationId="{F633F2E8-EBE1-9367-08A1-0E78728BB167}"/>
          </ac:grpSpMkLst>
        </pc:grpChg>
        <pc:picChg chg="add del mod">
          <ac:chgData name="mr.gllom mr.gllom" userId="48a5bef9a0f1b8ae" providerId="LiveId" clId="{A625CB9F-B710-439A-A13A-2A11ACAF442A}" dt="2026-03-18T08:16:57.584" v="267" actId="478"/>
          <ac:picMkLst>
            <pc:docMk/>
            <pc:sldMk cId="711130470" sldId="274"/>
            <ac:picMk id="4" creationId="{0CC9102B-EBA1-CC54-96C5-3903E9C41610}"/>
          </ac:picMkLst>
        </pc:picChg>
        <pc:picChg chg="add del">
          <ac:chgData name="mr.gllom mr.gllom" userId="48a5bef9a0f1b8ae" providerId="LiveId" clId="{A625CB9F-B710-439A-A13A-2A11ACAF442A}" dt="2026-03-18T08:15:25.652" v="250" actId="22"/>
          <ac:picMkLst>
            <pc:docMk/>
            <pc:sldMk cId="711130470" sldId="274"/>
            <ac:picMk id="6" creationId="{2342464D-2811-04D1-07F1-1006C644B041}"/>
          </ac:picMkLst>
        </pc:picChg>
        <pc:picChg chg="add mod">
          <ac:chgData name="mr.gllom mr.gllom" userId="48a5bef9a0f1b8ae" providerId="LiveId" clId="{A625CB9F-B710-439A-A13A-2A11ACAF442A}" dt="2026-03-18T08:16:53.700" v="266" actId="12788"/>
          <ac:picMkLst>
            <pc:docMk/>
            <pc:sldMk cId="711130470" sldId="274"/>
            <ac:picMk id="8" creationId="{592AF87B-2137-D4A3-FBB5-E201A0233917}"/>
          </ac:picMkLst>
        </pc:picChg>
        <pc:picChg chg="add mod">
          <ac:chgData name="mr.gllom mr.gllom" userId="48a5bef9a0f1b8ae" providerId="LiveId" clId="{A625CB9F-B710-439A-A13A-2A11ACAF442A}" dt="2026-03-18T08:16:53.700" v="266" actId="12788"/>
          <ac:picMkLst>
            <pc:docMk/>
            <pc:sldMk cId="711130470" sldId="274"/>
            <ac:picMk id="10" creationId="{A57D70C4-132E-D521-A1F6-9210F85AF525}"/>
          </ac:picMkLst>
        </pc:picChg>
        <pc:picChg chg="add mod">
          <ac:chgData name="mr.gllom mr.gllom" userId="48a5bef9a0f1b8ae" providerId="LiveId" clId="{A625CB9F-B710-439A-A13A-2A11ACAF442A}" dt="2026-03-18T08:16:20.408" v="259"/>
          <ac:picMkLst>
            <pc:docMk/>
            <pc:sldMk cId="711130470" sldId="274"/>
            <ac:picMk id="11" creationId="{59C86BB8-15E0-FC75-4B72-03165874F4FB}"/>
          </ac:picMkLst>
        </pc:picChg>
        <pc:picChg chg="add mod">
          <ac:chgData name="mr.gllom mr.gllom" userId="48a5bef9a0f1b8ae" providerId="LiveId" clId="{A625CB9F-B710-439A-A13A-2A11ACAF442A}" dt="2026-03-18T08:16:20.408" v="259"/>
          <ac:picMkLst>
            <pc:docMk/>
            <pc:sldMk cId="711130470" sldId="274"/>
            <ac:picMk id="12" creationId="{FCC37458-394A-E5EF-7459-4FE04AC1381E}"/>
          </ac:picMkLst>
        </pc:picChg>
      </pc:sldChg>
      <pc:sldChg chg="addSp delSp modSp add mod ord">
        <pc:chgData name="mr.gllom mr.gllom" userId="48a5bef9a0f1b8ae" providerId="LiveId" clId="{A625CB9F-B710-439A-A13A-2A11ACAF442A}" dt="2026-03-18T12:27:27.016" v="2027" actId="21"/>
        <pc:sldMkLst>
          <pc:docMk/>
          <pc:sldMk cId="3771087160" sldId="275"/>
        </pc:sldMkLst>
        <pc:spChg chg="mod">
          <ac:chgData name="mr.gllom mr.gllom" userId="48a5bef9a0f1b8ae" providerId="LiveId" clId="{A625CB9F-B710-439A-A13A-2A11ACAF442A}" dt="2026-03-18T08:59:34.219" v="327"/>
          <ac:spMkLst>
            <pc:docMk/>
            <pc:sldMk cId="3771087160" sldId="275"/>
            <ac:spMk id="2" creationId="{63616BBC-5672-47CF-1BEF-ED211B19E8F0}"/>
          </ac:spMkLst>
        </pc:spChg>
        <pc:spChg chg="mod">
          <ac:chgData name="mr.gllom mr.gllom" userId="48a5bef9a0f1b8ae" providerId="LiveId" clId="{A625CB9F-B710-439A-A13A-2A11ACAF442A}" dt="2026-03-18T11:09:17.387" v="1383" actId="20577"/>
          <ac:spMkLst>
            <pc:docMk/>
            <pc:sldMk cId="3771087160" sldId="275"/>
            <ac:spMk id="3" creationId="{DC74D7B8-90A7-F3BC-E4E6-CFD4CA8E8FE5}"/>
          </ac:spMkLst>
        </pc:spChg>
        <pc:spChg chg="add mod">
          <ac:chgData name="mr.gllom mr.gllom" userId="48a5bef9a0f1b8ae" providerId="LiveId" clId="{A625CB9F-B710-439A-A13A-2A11ACAF442A}" dt="2026-03-18T10:00:51.616" v="798" actId="164"/>
          <ac:spMkLst>
            <pc:docMk/>
            <pc:sldMk cId="3771087160" sldId="275"/>
            <ac:spMk id="4" creationId="{42B97AC0-E3DD-B98A-536F-3BEBCDCB2BA6}"/>
          </ac:spMkLst>
        </pc:spChg>
        <pc:spChg chg="add mod">
          <ac:chgData name="mr.gllom mr.gllom" userId="48a5bef9a0f1b8ae" providerId="LiveId" clId="{A625CB9F-B710-439A-A13A-2A11ACAF442A}" dt="2026-03-18T10:00:51.616" v="798" actId="164"/>
          <ac:spMkLst>
            <pc:docMk/>
            <pc:sldMk cId="3771087160" sldId="275"/>
            <ac:spMk id="5" creationId="{581D901D-09AD-16DB-1A5E-96ED1D4708F5}"/>
          </ac:spMkLst>
        </pc:spChg>
        <pc:spChg chg="add del mod ord">
          <ac:chgData name="mr.gllom mr.gllom" userId="48a5bef9a0f1b8ae" providerId="LiveId" clId="{A625CB9F-B710-439A-A13A-2A11ACAF442A}" dt="2026-03-18T10:00:51.616" v="798" actId="164"/>
          <ac:spMkLst>
            <pc:docMk/>
            <pc:sldMk cId="3771087160" sldId="275"/>
            <ac:spMk id="6" creationId="{CB27775E-F67D-B80D-C000-81A550746DEB}"/>
          </ac:spMkLst>
        </pc:spChg>
        <pc:spChg chg="add mod">
          <ac:chgData name="mr.gllom mr.gllom" userId="48a5bef9a0f1b8ae" providerId="LiveId" clId="{A625CB9F-B710-439A-A13A-2A11ACAF442A}" dt="2026-03-18T09:54:47.937" v="744"/>
          <ac:spMkLst>
            <pc:docMk/>
            <pc:sldMk cId="3771087160" sldId="275"/>
            <ac:spMk id="7" creationId="{BEAF0C01-0A6A-86CF-B3AF-676076B43955}"/>
          </ac:spMkLst>
        </pc:spChg>
        <pc:spChg chg="add mod ord">
          <ac:chgData name="mr.gllom mr.gllom" userId="48a5bef9a0f1b8ae" providerId="LiveId" clId="{A625CB9F-B710-439A-A13A-2A11ACAF442A}" dt="2026-03-18T10:00:51.616" v="798" actId="164"/>
          <ac:spMkLst>
            <pc:docMk/>
            <pc:sldMk cId="3771087160" sldId="275"/>
            <ac:spMk id="9" creationId="{22EBA478-7E40-9A58-D334-D69EFA9939E3}"/>
          </ac:spMkLst>
        </pc:spChg>
        <pc:spChg chg="del mod topLvl">
          <ac:chgData name="mr.gllom mr.gllom" userId="48a5bef9a0f1b8ae" providerId="LiveId" clId="{A625CB9F-B710-439A-A13A-2A11ACAF442A}" dt="2026-03-18T10:05:10.300" v="886" actId="478"/>
          <ac:spMkLst>
            <pc:docMk/>
            <pc:sldMk cId="3771087160" sldId="275"/>
            <ac:spMk id="14" creationId="{C59092A4-6839-7E48-6F1F-9F957ACC7F9D}"/>
          </ac:spMkLst>
        </pc:spChg>
        <pc:spChg chg="mod ord topLvl">
          <ac:chgData name="mr.gllom mr.gllom" userId="48a5bef9a0f1b8ae" providerId="LiveId" clId="{A625CB9F-B710-439A-A13A-2A11ACAF442A}" dt="2026-03-18T10:15:18.379" v="1102" actId="164"/>
          <ac:spMkLst>
            <pc:docMk/>
            <pc:sldMk cId="3771087160" sldId="275"/>
            <ac:spMk id="15" creationId="{5CC5AD13-0F21-BBA7-4880-105105C16AB9}"/>
          </ac:spMkLst>
        </pc:spChg>
        <pc:spChg chg="mod ord topLvl">
          <ac:chgData name="mr.gllom mr.gllom" userId="48a5bef9a0f1b8ae" providerId="LiveId" clId="{A625CB9F-B710-439A-A13A-2A11ACAF442A}" dt="2026-03-18T10:15:18.379" v="1102" actId="164"/>
          <ac:spMkLst>
            <pc:docMk/>
            <pc:sldMk cId="3771087160" sldId="275"/>
            <ac:spMk id="16" creationId="{9BE27A71-7380-1209-5273-24913F06DB82}"/>
          </ac:spMkLst>
        </pc:spChg>
        <pc:spChg chg="mod topLvl">
          <ac:chgData name="mr.gllom mr.gllom" userId="48a5bef9a0f1b8ae" providerId="LiveId" clId="{A625CB9F-B710-439A-A13A-2A11ACAF442A}" dt="2026-03-18T10:15:18.379" v="1102" actId="164"/>
          <ac:spMkLst>
            <pc:docMk/>
            <pc:sldMk cId="3771087160" sldId="275"/>
            <ac:spMk id="17" creationId="{F3274A9F-2098-D35E-C83E-C5E7CFC67529}"/>
          </ac:spMkLst>
        </pc:spChg>
        <pc:spChg chg="add mod">
          <ac:chgData name="mr.gllom mr.gllom" userId="48a5bef9a0f1b8ae" providerId="LiveId" clId="{A625CB9F-B710-439A-A13A-2A11ACAF442A}" dt="2026-03-18T10:15:18.379" v="1102" actId="164"/>
          <ac:spMkLst>
            <pc:docMk/>
            <pc:sldMk cId="3771087160" sldId="275"/>
            <ac:spMk id="18" creationId="{3AC6EA3F-6B25-99F6-2D71-761328915DC6}"/>
          </ac:spMkLst>
        </pc:spChg>
        <pc:spChg chg="add mod">
          <ac:chgData name="mr.gllom mr.gllom" userId="48a5bef9a0f1b8ae" providerId="LiveId" clId="{A625CB9F-B710-439A-A13A-2A11ACAF442A}" dt="2026-03-18T10:15:18.379" v="1102" actId="164"/>
          <ac:spMkLst>
            <pc:docMk/>
            <pc:sldMk cId="3771087160" sldId="275"/>
            <ac:spMk id="19" creationId="{28C2E32F-E066-62DC-EDB2-03AAF3026ADB}"/>
          </ac:spMkLst>
        </pc:spChg>
        <pc:spChg chg="add mod">
          <ac:chgData name="mr.gllom mr.gllom" userId="48a5bef9a0f1b8ae" providerId="LiveId" clId="{A625CB9F-B710-439A-A13A-2A11ACAF442A}" dt="2026-03-18T10:15:18.379" v="1102" actId="164"/>
          <ac:spMkLst>
            <pc:docMk/>
            <pc:sldMk cId="3771087160" sldId="275"/>
            <ac:spMk id="20" creationId="{3BE1DEB2-339B-45C7-5E52-F04CA7C9FECD}"/>
          </ac:spMkLst>
        </pc:spChg>
        <pc:spChg chg="add mod">
          <ac:chgData name="mr.gllom mr.gllom" userId="48a5bef9a0f1b8ae" providerId="LiveId" clId="{A625CB9F-B710-439A-A13A-2A11ACAF442A}" dt="2026-03-18T10:06:47.061" v="942"/>
          <ac:spMkLst>
            <pc:docMk/>
            <pc:sldMk cId="3771087160" sldId="275"/>
            <ac:spMk id="21" creationId="{771A3B06-63B5-D0DC-A6A8-B9F0B3A4A298}"/>
          </ac:spMkLst>
        </pc:spChg>
        <pc:spChg chg="add del mod">
          <ac:chgData name="mr.gllom mr.gllom" userId="48a5bef9a0f1b8ae" providerId="LiveId" clId="{A625CB9F-B710-439A-A13A-2A11ACAF442A}" dt="2026-03-18T10:08:37.282" v="1006" actId="478"/>
          <ac:spMkLst>
            <pc:docMk/>
            <pc:sldMk cId="3771087160" sldId="275"/>
            <ac:spMk id="22" creationId="{A64D745E-80D3-FD24-0C77-0E26E5DB7514}"/>
          </ac:spMkLst>
        </pc:spChg>
        <pc:spChg chg="add del mod ord">
          <ac:chgData name="mr.gllom mr.gllom" userId="48a5bef9a0f1b8ae" providerId="LiveId" clId="{A625CB9F-B710-439A-A13A-2A11ACAF442A}" dt="2026-03-18T10:10:17.222" v="1012" actId="478"/>
          <ac:spMkLst>
            <pc:docMk/>
            <pc:sldMk cId="3771087160" sldId="275"/>
            <ac:spMk id="23" creationId="{57363617-D2CB-BE73-C66C-D812B524675A}"/>
          </ac:spMkLst>
        </pc:spChg>
        <pc:spChg chg="add del mod ord">
          <ac:chgData name="mr.gllom mr.gllom" userId="48a5bef9a0f1b8ae" providerId="LiveId" clId="{A625CB9F-B710-439A-A13A-2A11ACAF442A}" dt="2026-03-18T10:13:06.257" v="1068" actId="478"/>
          <ac:spMkLst>
            <pc:docMk/>
            <pc:sldMk cId="3771087160" sldId="275"/>
            <ac:spMk id="24" creationId="{BA89A839-78C1-0C4D-BBB0-410F09C8B298}"/>
          </ac:spMkLst>
        </pc:spChg>
        <pc:spChg chg="add mod">
          <ac:chgData name="mr.gllom mr.gllom" userId="48a5bef9a0f1b8ae" providerId="LiveId" clId="{A625CB9F-B710-439A-A13A-2A11ACAF442A}" dt="2026-03-18T10:15:18.379" v="1102" actId="164"/>
          <ac:spMkLst>
            <pc:docMk/>
            <pc:sldMk cId="3771087160" sldId="275"/>
            <ac:spMk id="25" creationId="{2540CCDB-8AAE-E80D-48FF-4FAA12CD39B0}"/>
          </ac:spMkLst>
        </pc:spChg>
        <pc:spChg chg="add mod">
          <ac:chgData name="mr.gllom mr.gllom" userId="48a5bef9a0f1b8ae" providerId="LiveId" clId="{A625CB9F-B710-439A-A13A-2A11ACAF442A}" dt="2026-03-18T10:15:18.379" v="1102" actId="164"/>
          <ac:spMkLst>
            <pc:docMk/>
            <pc:sldMk cId="3771087160" sldId="275"/>
            <ac:spMk id="26" creationId="{D657A2BC-8C05-3E8E-F493-14C6A8DAF7E5}"/>
          </ac:spMkLst>
        </pc:spChg>
        <pc:spChg chg="add del mod">
          <ac:chgData name="mr.gllom mr.gllom" userId="48a5bef9a0f1b8ae" providerId="LiveId" clId="{A625CB9F-B710-439A-A13A-2A11ACAF442A}" dt="2026-03-18T12:27:27.016" v="2027" actId="21"/>
          <ac:spMkLst>
            <pc:docMk/>
            <pc:sldMk cId="3771087160" sldId="275"/>
            <ac:spMk id="28" creationId="{139267CD-1CE4-B1CD-9EAE-2F9988F7F2DE}"/>
          </ac:spMkLst>
        </pc:spChg>
        <pc:grpChg chg="add del mod">
          <ac:chgData name="mr.gllom mr.gllom" userId="48a5bef9a0f1b8ae" providerId="LiveId" clId="{A625CB9F-B710-439A-A13A-2A11ACAF442A}" dt="2026-03-18T10:01:07.202" v="802" actId="478"/>
          <ac:grpSpMkLst>
            <pc:docMk/>
            <pc:sldMk cId="3771087160" sldId="275"/>
            <ac:grpSpMk id="11" creationId="{6DEDB78E-CF43-E8BB-E079-C80002F92476}"/>
          </ac:grpSpMkLst>
        </pc:grpChg>
        <pc:grpChg chg="add del mod">
          <ac:chgData name="mr.gllom mr.gllom" userId="48a5bef9a0f1b8ae" providerId="LiveId" clId="{A625CB9F-B710-439A-A13A-2A11ACAF442A}" dt="2026-03-18T10:05:07.709" v="885" actId="165"/>
          <ac:grpSpMkLst>
            <pc:docMk/>
            <pc:sldMk cId="3771087160" sldId="275"/>
            <ac:grpSpMk id="12" creationId="{0DAC95A8-6226-6FE2-516D-B35586F63704}"/>
          </ac:grpSpMkLst>
        </pc:grpChg>
        <pc:grpChg chg="del">
          <ac:chgData name="mr.gllom mr.gllom" userId="48a5bef9a0f1b8ae" providerId="LiveId" clId="{A625CB9F-B710-439A-A13A-2A11ACAF442A}" dt="2026-03-18T08:59:23.486" v="306" actId="478"/>
          <ac:grpSpMkLst>
            <pc:docMk/>
            <pc:sldMk cId="3771087160" sldId="275"/>
            <ac:grpSpMk id="13" creationId="{16A67F6E-D18E-75AF-9E9B-7505E939A577}"/>
          </ac:grpSpMkLst>
        </pc:grpChg>
        <pc:grpChg chg="add mod">
          <ac:chgData name="mr.gllom mr.gllom" userId="48a5bef9a0f1b8ae" providerId="LiveId" clId="{A625CB9F-B710-439A-A13A-2A11ACAF442A}" dt="2026-03-18T12:27:23.241" v="2026" actId="12788"/>
          <ac:grpSpMkLst>
            <pc:docMk/>
            <pc:sldMk cId="3771087160" sldId="275"/>
            <ac:grpSpMk id="27" creationId="{75EB9EE9-1319-B1C2-5FDC-83FB8D39A16B}"/>
          </ac:grpSpMkLst>
        </pc:grpChg>
      </pc:sldChg>
      <pc:sldChg chg="addSp delSp modSp add mod ord">
        <pc:chgData name="mr.gllom mr.gllom" userId="48a5bef9a0f1b8ae" providerId="LiveId" clId="{A625CB9F-B710-439A-A13A-2A11ACAF442A}" dt="2026-03-18T09:27:52.091" v="552" actId="14100"/>
        <pc:sldMkLst>
          <pc:docMk/>
          <pc:sldMk cId="1684162868" sldId="276"/>
        </pc:sldMkLst>
        <pc:spChg chg="mod">
          <ac:chgData name="mr.gllom mr.gllom" userId="48a5bef9a0f1b8ae" providerId="LiveId" clId="{A625CB9F-B710-439A-A13A-2A11ACAF442A}" dt="2026-03-18T08:59:46.728" v="339"/>
          <ac:spMkLst>
            <pc:docMk/>
            <pc:sldMk cId="1684162868" sldId="276"/>
            <ac:spMk id="2" creationId="{D44C7C89-801E-69CA-82D7-ADC3DC5743E4}"/>
          </ac:spMkLst>
        </pc:spChg>
        <pc:spChg chg="mod">
          <ac:chgData name="mr.gllom mr.gllom" userId="48a5bef9a0f1b8ae" providerId="LiveId" clId="{A625CB9F-B710-439A-A13A-2A11ACAF442A}" dt="2026-03-18T09:27:15.117" v="546" actId="14100"/>
          <ac:spMkLst>
            <pc:docMk/>
            <pc:sldMk cId="1684162868" sldId="276"/>
            <ac:spMk id="3" creationId="{7FA2C0C7-6E2E-0402-AA19-77C2080B0421}"/>
          </ac:spMkLst>
        </pc:spChg>
        <pc:spChg chg="add mod">
          <ac:chgData name="mr.gllom mr.gllom" userId="48a5bef9a0f1b8ae" providerId="LiveId" clId="{A625CB9F-B710-439A-A13A-2A11ACAF442A}" dt="2026-03-18T09:27:52.091" v="552" actId="14100"/>
          <ac:spMkLst>
            <pc:docMk/>
            <pc:sldMk cId="1684162868" sldId="276"/>
            <ac:spMk id="7" creationId="{C24B400A-CF08-C829-B2D6-FE7BA912C4B7}"/>
          </ac:spMkLst>
        </pc:spChg>
        <pc:grpChg chg="del">
          <ac:chgData name="mr.gllom mr.gllom" userId="48a5bef9a0f1b8ae" providerId="LiveId" clId="{A625CB9F-B710-439A-A13A-2A11ACAF442A}" dt="2026-03-18T08:42:49.103" v="281" actId="478"/>
          <ac:grpSpMkLst>
            <pc:docMk/>
            <pc:sldMk cId="1684162868" sldId="276"/>
            <ac:grpSpMk id="13" creationId="{3CC9C856-A848-BC03-A430-2A33C9BAA279}"/>
          </ac:grpSpMkLst>
        </pc:grpChg>
        <pc:picChg chg="add del mod">
          <ac:chgData name="mr.gllom mr.gllom" userId="48a5bef9a0f1b8ae" providerId="LiveId" clId="{A625CB9F-B710-439A-A13A-2A11ACAF442A}" dt="2026-03-18T09:20:56.845" v="377" actId="478"/>
          <ac:picMkLst>
            <pc:docMk/>
            <pc:sldMk cId="1684162868" sldId="276"/>
            <ac:picMk id="5" creationId="{9672712B-A737-BE30-BFB1-AA814D087390}"/>
          </ac:picMkLst>
        </pc:picChg>
      </pc:sldChg>
      <pc:sldChg chg="addSp delSp modSp add mod">
        <pc:chgData name="mr.gllom mr.gllom" userId="48a5bef9a0f1b8ae" providerId="LiveId" clId="{A625CB9F-B710-439A-A13A-2A11ACAF442A}" dt="2026-03-18T10:56:42.578" v="1327" actId="207"/>
        <pc:sldMkLst>
          <pc:docMk/>
          <pc:sldMk cId="3783158185" sldId="277"/>
        </pc:sldMkLst>
        <pc:spChg chg="mod">
          <ac:chgData name="mr.gllom mr.gllom" userId="48a5bef9a0f1b8ae" providerId="LiveId" clId="{A625CB9F-B710-439A-A13A-2A11ACAF442A}" dt="2026-03-18T10:56:42.578" v="1327" actId="207"/>
          <ac:spMkLst>
            <pc:docMk/>
            <pc:sldMk cId="3783158185" sldId="277"/>
            <ac:spMk id="3" creationId="{974ACD90-1C1B-B141-A2D0-B27D29CBC3F4}"/>
          </ac:spMkLst>
        </pc:spChg>
        <pc:spChg chg="del">
          <ac:chgData name="mr.gllom mr.gllom" userId="48a5bef9a0f1b8ae" providerId="LiveId" clId="{A625CB9F-B710-439A-A13A-2A11ACAF442A}" dt="2026-03-18T10:00:11.103" v="785" actId="478"/>
          <ac:spMkLst>
            <pc:docMk/>
            <pc:sldMk cId="3783158185" sldId="277"/>
            <ac:spMk id="4" creationId="{7A182702-885D-DB84-65DE-5AEAFE9BC63F}"/>
          </ac:spMkLst>
        </pc:spChg>
        <pc:spChg chg="del">
          <ac:chgData name="mr.gllom mr.gllom" userId="48a5bef9a0f1b8ae" providerId="LiveId" clId="{A625CB9F-B710-439A-A13A-2A11ACAF442A}" dt="2026-03-18T10:00:11.103" v="785" actId="478"/>
          <ac:spMkLst>
            <pc:docMk/>
            <pc:sldMk cId="3783158185" sldId="277"/>
            <ac:spMk id="5" creationId="{92CAEE52-A640-ED36-0364-194AE125DC32}"/>
          </ac:spMkLst>
        </pc:spChg>
        <pc:spChg chg="del">
          <ac:chgData name="mr.gllom mr.gllom" userId="48a5bef9a0f1b8ae" providerId="LiveId" clId="{A625CB9F-B710-439A-A13A-2A11ACAF442A}" dt="2026-03-18T10:00:08.006" v="784" actId="478"/>
          <ac:spMkLst>
            <pc:docMk/>
            <pc:sldMk cId="3783158185" sldId="277"/>
            <ac:spMk id="6" creationId="{63203354-46D8-2182-C279-E18376687599}"/>
          </ac:spMkLst>
        </pc:spChg>
        <pc:spChg chg="add mod">
          <ac:chgData name="mr.gllom mr.gllom" userId="48a5bef9a0f1b8ae" providerId="LiveId" clId="{A625CB9F-B710-439A-A13A-2A11ACAF442A}" dt="2026-03-18T10:02:22.743" v="838" actId="1037"/>
          <ac:spMkLst>
            <pc:docMk/>
            <pc:sldMk cId="3783158185" sldId="277"/>
            <ac:spMk id="7" creationId="{2548B05F-1E1B-D240-1712-CFF3E8305F10}"/>
          </ac:spMkLst>
        </pc:spChg>
        <pc:spChg chg="add mod">
          <ac:chgData name="mr.gllom mr.gllom" userId="48a5bef9a0f1b8ae" providerId="LiveId" clId="{A625CB9F-B710-439A-A13A-2A11ACAF442A}" dt="2026-03-18T10:02:14.667" v="836" actId="1038"/>
          <ac:spMkLst>
            <pc:docMk/>
            <pc:sldMk cId="3783158185" sldId="277"/>
            <ac:spMk id="8" creationId="{9B90FAB7-68BD-F026-3128-8A71643341A9}"/>
          </ac:spMkLst>
        </pc:spChg>
        <pc:spChg chg="del">
          <ac:chgData name="mr.gllom mr.gllom" userId="48a5bef9a0f1b8ae" providerId="LiveId" clId="{A625CB9F-B710-439A-A13A-2A11ACAF442A}" dt="2026-03-18T10:00:08.006" v="784" actId="478"/>
          <ac:spMkLst>
            <pc:docMk/>
            <pc:sldMk cId="3783158185" sldId="277"/>
            <ac:spMk id="9" creationId="{2304A8C1-2B80-CADB-DA7E-D59BA0CD74F9}"/>
          </ac:spMkLst>
        </pc:spChg>
        <pc:picChg chg="add del mod">
          <ac:chgData name="mr.gllom mr.gllom" userId="48a5bef9a0f1b8ae" providerId="LiveId" clId="{A625CB9F-B710-439A-A13A-2A11ACAF442A}" dt="2026-03-18T10:00:42.801" v="796" actId="478"/>
          <ac:picMkLst>
            <pc:docMk/>
            <pc:sldMk cId="3783158185" sldId="277"/>
            <ac:picMk id="1026" creationId="{BAC94C88-2B06-BAF8-1DFF-5AD314BF049C}"/>
          </ac:picMkLst>
        </pc:picChg>
        <pc:picChg chg="add mod">
          <ac:chgData name="mr.gllom mr.gllom" userId="48a5bef9a0f1b8ae" providerId="LiveId" clId="{A625CB9F-B710-439A-A13A-2A11ACAF442A}" dt="2026-03-18T10:00:43.056" v="797"/>
          <ac:picMkLst>
            <pc:docMk/>
            <pc:sldMk cId="3783158185" sldId="277"/>
            <ac:picMk id="2050" creationId="{3B10E583-B7A3-E235-ED41-A36CEF2C6D2D}"/>
          </ac:picMkLst>
        </pc:picChg>
      </pc:sldChg>
      <pc:sldChg chg="modSp add mod">
        <pc:chgData name="mr.gllom mr.gllom" userId="48a5bef9a0f1b8ae" providerId="LiveId" clId="{A625CB9F-B710-439A-A13A-2A11ACAF442A}" dt="2026-03-18T11:19:04.174" v="1429"/>
        <pc:sldMkLst>
          <pc:docMk/>
          <pc:sldMk cId="281658847" sldId="278"/>
        </pc:sldMkLst>
        <pc:spChg chg="mod">
          <ac:chgData name="mr.gllom mr.gllom" userId="48a5bef9a0f1b8ae" providerId="LiveId" clId="{A625CB9F-B710-439A-A13A-2A11ACAF442A}" dt="2026-03-18T11:19:04.174" v="1429"/>
          <ac:spMkLst>
            <pc:docMk/>
            <pc:sldMk cId="281658847" sldId="278"/>
            <ac:spMk id="3" creationId="{D0EFA2F9-C71B-D727-87E6-A8C775764550}"/>
          </ac:spMkLst>
        </pc:spChg>
      </pc:sldChg>
      <pc:sldChg chg="addSp delSp modSp add mod">
        <pc:chgData name="mr.gllom mr.gllom" userId="48a5bef9a0f1b8ae" providerId="LiveId" clId="{A625CB9F-B710-439A-A13A-2A11ACAF442A}" dt="2026-03-18T12:10:15.574" v="1893" actId="12789"/>
        <pc:sldMkLst>
          <pc:docMk/>
          <pc:sldMk cId="3659751709" sldId="279"/>
        </pc:sldMkLst>
        <pc:spChg chg="mod">
          <ac:chgData name="mr.gllom mr.gllom" userId="48a5bef9a0f1b8ae" providerId="LiveId" clId="{A625CB9F-B710-439A-A13A-2A11ACAF442A}" dt="2026-03-18T11:32:25.135" v="1671"/>
          <ac:spMkLst>
            <pc:docMk/>
            <pc:sldMk cId="3659751709" sldId="279"/>
            <ac:spMk id="2" creationId="{CA4E4A80-01A4-0F64-0F13-BC3098B8CA82}"/>
          </ac:spMkLst>
        </pc:spChg>
        <pc:spChg chg="mod">
          <ac:chgData name="mr.gllom mr.gllom" userId="48a5bef9a0f1b8ae" providerId="LiveId" clId="{A625CB9F-B710-439A-A13A-2A11ACAF442A}" dt="2026-03-18T12:04:14.480" v="1846" actId="14100"/>
          <ac:spMkLst>
            <pc:docMk/>
            <pc:sldMk cId="3659751709" sldId="279"/>
            <ac:spMk id="3" creationId="{0DB09648-4220-6F00-E64B-35196C9ABD15}"/>
          </ac:spMkLst>
        </pc:spChg>
        <pc:spChg chg="add del">
          <ac:chgData name="mr.gllom mr.gllom" userId="48a5bef9a0f1b8ae" providerId="LiveId" clId="{A625CB9F-B710-439A-A13A-2A11ACAF442A}" dt="2026-03-18T11:51:58.337" v="1723" actId="478"/>
          <ac:spMkLst>
            <pc:docMk/>
            <pc:sldMk cId="3659751709" sldId="279"/>
            <ac:spMk id="7" creationId="{C368DB5E-FE5F-2BBC-F1A0-051DFABEDBB0}"/>
          </ac:spMkLst>
        </pc:spChg>
        <pc:spChg chg="add del">
          <ac:chgData name="mr.gllom mr.gllom" userId="48a5bef9a0f1b8ae" providerId="LiveId" clId="{A625CB9F-B710-439A-A13A-2A11ACAF442A}" dt="2026-03-18T11:51:58.337" v="1723" actId="478"/>
          <ac:spMkLst>
            <pc:docMk/>
            <pc:sldMk cId="3659751709" sldId="279"/>
            <ac:spMk id="8" creationId="{15C08BF1-9A75-E84D-A301-85557C2751F3}"/>
          </ac:spMkLst>
        </pc:spChg>
        <pc:spChg chg="add del">
          <ac:chgData name="mr.gllom mr.gllom" userId="48a5bef9a0f1b8ae" providerId="LiveId" clId="{A625CB9F-B710-439A-A13A-2A11ACAF442A}" dt="2026-03-18T12:05:55.352" v="1867" actId="22"/>
          <ac:spMkLst>
            <pc:docMk/>
            <pc:sldMk cId="3659751709" sldId="279"/>
            <ac:spMk id="13" creationId="{E7FF9868-EF64-942D-1305-434D433C7A00}"/>
          </ac:spMkLst>
        </pc:spChg>
        <pc:spChg chg="add mod">
          <ac:chgData name="mr.gllom mr.gllom" userId="48a5bef9a0f1b8ae" providerId="LiveId" clId="{A625CB9F-B710-439A-A13A-2A11ACAF442A}" dt="2026-03-18T12:10:15.574" v="1893" actId="12789"/>
          <ac:spMkLst>
            <pc:docMk/>
            <pc:sldMk cId="3659751709" sldId="279"/>
            <ac:spMk id="15" creationId="{827FF4D7-DD13-6EA3-32DE-9D691E9E99EA}"/>
          </ac:spMkLst>
        </pc:spChg>
        <pc:picChg chg="add mod">
          <ac:chgData name="mr.gllom mr.gllom" userId="48a5bef9a0f1b8ae" providerId="LiveId" clId="{A625CB9F-B710-439A-A13A-2A11ACAF442A}" dt="2026-03-18T11:51:54.836" v="1722"/>
          <ac:picMkLst>
            <pc:docMk/>
            <pc:sldMk cId="3659751709" sldId="279"/>
            <ac:picMk id="4" creationId="{710665CE-2E8D-F5AE-B926-B3F1A9715DC0}"/>
          </ac:picMkLst>
        </pc:picChg>
        <pc:picChg chg="add del mod">
          <ac:chgData name="mr.gllom mr.gllom" userId="48a5bef9a0f1b8ae" providerId="LiveId" clId="{A625CB9F-B710-439A-A13A-2A11ACAF442A}" dt="2026-03-18T12:04:31.465" v="1847" actId="478"/>
          <ac:picMkLst>
            <pc:docMk/>
            <pc:sldMk cId="3659751709" sldId="279"/>
            <ac:picMk id="5" creationId="{9CFB97B2-6EA8-79D7-65C5-58172382F519}"/>
          </ac:picMkLst>
        </pc:picChg>
        <pc:picChg chg="add del">
          <ac:chgData name="mr.gllom mr.gllom" userId="48a5bef9a0f1b8ae" providerId="LiveId" clId="{A625CB9F-B710-439A-A13A-2A11ACAF442A}" dt="2026-03-18T11:57:01.959" v="1743" actId="22"/>
          <ac:picMkLst>
            <pc:docMk/>
            <pc:sldMk cId="3659751709" sldId="279"/>
            <ac:picMk id="9" creationId="{9F379E6D-3CAA-E0F7-1080-D13DFA584C9A}"/>
          </ac:picMkLst>
        </pc:picChg>
        <pc:picChg chg="add del mod modCrop">
          <ac:chgData name="mr.gllom mr.gllom" userId="48a5bef9a0f1b8ae" providerId="LiveId" clId="{A625CB9F-B710-439A-A13A-2A11ACAF442A}" dt="2026-03-18T12:05:49.082" v="1865" actId="478"/>
          <ac:picMkLst>
            <pc:docMk/>
            <pc:sldMk cId="3659751709" sldId="279"/>
            <ac:picMk id="11" creationId="{0E10128F-0688-5FD9-E504-1060BE951504}"/>
          </ac:picMkLst>
        </pc:picChg>
        <pc:picChg chg="add del mod">
          <ac:chgData name="mr.gllom mr.gllom" userId="48a5bef9a0f1b8ae" providerId="LiveId" clId="{A625CB9F-B710-439A-A13A-2A11ACAF442A}" dt="2026-03-18T11:51:54.510" v="1721" actId="478"/>
          <ac:picMkLst>
            <pc:docMk/>
            <pc:sldMk cId="3659751709" sldId="279"/>
            <ac:picMk id="2050" creationId="{5B65BDBE-985C-54F2-67E1-F844A104D0FE}"/>
          </ac:picMkLst>
        </pc:picChg>
        <pc:picChg chg="add del mod">
          <ac:chgData name="mr.gllom mr.gllom" userId="48a5bef9a0f1b8ae" providerId="LiveId" clId="{A625CB9F-B710-439A-A13A-2A11ACAF442A}" dt="2026-03-18T11:51:53.508" v="1720" actId="21"/>
          <ac:picMkLst>
            <pc:docMk/>
            <pc:sldMk cId="3659751709" sldId="279"/>
            <ac:picMk id="4098" creationId="{710665CE-2E8D-F5AE-B926-B3F1A9715DC0}"/>
          </ac:picMkLst>
        </pc:picChg>
      </pc:sldChg>
      <pc:sldChg chg="addSp delSp modSp add mod">
        <pc:chgData name="mr.gllom mr.gllom" userId="48a5bef9a0f1b8ae" providerId="LiveId" clId="{A625CB9F-B710-439A-A13A-2A11ACAF442A}" dt="2026-03-18T13:30:24.019" v="2376" actId="21"/>
        <pc:sldMkLst>
          <pc:docMk/>
          <pc:sldMk cId="3886175739" sldId="280"/>
        </pc:sldMkLst>
        <pc:spChg chg="mod">
          <ac:chgData name="mr.gllom mr.gllom" userId="48a5bef9a0f1b8ae" providerId="LiveId" clId="{A625CB9F-B710-439A-A13A-2A11ACAF442A}" dt="2026-03-18T11:30:54.235" v="1633" actId="207"/>
          <ac:spMkLst>
            <pc:docMk/>
            <pc:sldMk cId="3886175739" sldId="280"/>
            <ac:spMk id="3" creationId="{1BACCDF4-31BA-47B0-89F2-DE28F30A7951}"/>
          </ac:spMkLst>
        </pc:spChg>
        <pc:picChg chg="mod">
          <ac:chgData name="mr.gllom mr.gllom" userId="48a5bef9a0f1b8ae" providerId="LiveId" clId="{A625CB9F-B710-439A-A13A-2A11ACAF442A}" dt="2026-03-18T13:30:21.081" v="2375" actId="12788"/>
          <ac:picMkLst>
            <pc:docMk/>
            <pc:sldMk cId="3886175739" sldId="280"/>
            <ac:picMk id="4" creationId="{4E56F984-7E17-AA0B-2455-4B90BD4F9DBE}"/>
          </ac:picMkLst>
        </pc:picChg>
        <pc:picChg chg="add del mod">
          <ac:chgData name="mr.gllom mr.gllom" userId="48a5bef9a0f1b8ae" providerId="LiveId" clId="{A625CB9F-B710-439A-A13A-2A11ACAF442A}" dt="2026-03-18T13:30:24.019" v="2376" actId="21"/>
          <ac:picMkLst>
            <pc:docMk/>
            <pc:sldMk cId="3886175739" sldId="280"/>
            <ac:picMk id="7170" creationId="{BA7A3A76-2B51-9E86-1928-8FDE7AB699EA}"/>
          </ac:picMkLst>
        </pc:picChg>
      </pc:sldChg>
      <pc:sldChg chg="addSp delSp modSp add mod">
        <pc:chgData name="mr.gllom mr.gllom" userId="48a5bef9a0f1b8ae" providerId="LiveId" clId="{A625CB9F-B710-439A-A13A-2A11ACAF442A}" dt="2026-03-18T13:30:34.819" v="2379" actId="478"/>
        <pc:sldMkLst>
          <pc:docMk/>
          <pc:sldMk cId="610496901" sldId="281"/>
        </pc:sldMkLst>
        <pc:spChg chg="del mod">
          <ac:chgData name="mr.gllom mr.gllom" userId="48a5bef9a0f1b8ae" providerId="LiveId" clId="{A625CB9F-B710-439A-A13A-2A11ACAF442A}" dt="2026-03-18T12:36:41.698" v="2046" actId="478"/>
          <ac:spMkLst>
            <pc:docMk/>
            <pc:sldMk cId="610496901" sldId="281"/>
            <ac:spMk id="3" creationId="{F2DB3CAC-BA73-40C0-8B99-E4C1E27BE094}"/>
          </ac:spMkLst>
        </pc:spChg>
        <pc:spChg chg="add del mod">
          <ac:chgData name="mr.gllom mr.gllom" userId="48a5bef9a0f1b8ae" providerId="LiveId" clId="{A625CB9F-B710-439A-A13A-2A11ACAF442A}" dt="2026-03-18T12:36:44.205" v="2048" actId="478"/>
          <ac:spMkLst>
            <pc:docMk/>
            <pc:sldMk cId="610496901" sldId="281"/>
            <ac:spMk id="5" creationId="{74C8F6AB-9A9C-6CC5-3AB0-51D1CE26F5C1}"/>
          </ac:spMkLst>
        </pc:spChg>
        <pc:spChg chg="add mod">
          <ac:chgData name="mr.gllom mr.gllom" userId="48a5bef9a0f1b8ae" providerId="LiveId" clId="{A625CB9F-B710-439A-A13A-2A11ACAF442A}" dt="2026-03-18T12:36:42.009" v="2047"/>
          <ac:spMkLst>
            <pc:docMk/>
            <pc:sldMk cId="610496901" sldId="281"/>
            <ac:spMk id="6" creationId="{A98A8AA8-88D8-0F29-76FF-8D261862FF8D}"/>
          </ac:spMkLst>
        </pc:spChg>
        <pc:spChg chg="del mod">
          <ac:chgData name="mr.gllom mr.gllom" userId="48a5bef9a0f1b8ae" providerId="LiveId" clId="{A625CB9F-B710-439A-A13A-2A11ACAF442A}" dt="2026-03-18T12:26:58.970" v="2021" actId="21"/>
          <ac:spMkLst>
            <pc:docMk/>
            <pc:sldMk cId="610496901" sldId="281"/>
            <ac:spMk id="15" creationId="{139267CD-1CE4-B1CD-9EAE-2F9988F7F2DE}"/>
          </ac:spMkLst>
        </pc:spChg>
        <pc:spChg chg="add del mod">
          <ac:chgData name="mr.gllom mr.gllom" userId="48a5bef9a0f1b8ae" providerId="LiveId" clId="{A625CB9F-B710-439A-A13A-2A11ACAF442A}" dt="2026-03-18T13:30:34.819" v="2379" actId="478"/>
          <ac:spMkLst>
            <pc:docMk/>
            <pc:sldMk cId="610496901" sldId="281"/>
            <ac:spMk id="28" creationId="{139267CD-1CE4-B1CD-9EAE-2F9988F7F2DE}"/>
          </ac:spMkLst>
        </pc:spChg>
        <pc:picChg chg="add mod">
          <ac:chgData name="mr.gllom mr.gllom" userId="48a5bef9a0f1b8ae" providerId="LiveId" clId="{A625CB9F-B710-439A-A13A-2A11ACAF442A}" dt="2026-03-18T13:30:29.940" v="2378"/>
          <ac:picMkLst>
            <pc:docMk/>
            <pc:sldMk cId="610496901" sldId="281"/>
            <ac:picMk id="7170" creationId="{BA7A3A76-2B51-9E86-1928-8FDE7AB699EA}"/>
          </ac:picMkLst>
        </pc:picChg>
      </pc:sldChg>
      <pc:sldChg chg="addSp delSp modSp add mod">
        <pc:chgData name="mr.gllom mr.gllom" userId="48a5bef9a0f1b8ae" providerId="LiveId" clId="{A625CB9F-B710-439A-A13A-2A11ACAF442A}" dt="2026-03-18T13:31:25.447" v="2470" actId="207"/>
        <pc:sldMkLst>
          <pc:docMk/>
          <pc:sldMk cId="290909166" sldId="282"/>
        </pc:sldMkLst>
        <pc:spChg chg="mod">
          <ac:chgData name="mr.gllom mr.gllom" userId="48a5bef9a0f1b8ae" providerId="LiveId" clId="{A625CB9F-B710-439A-A13A-2A11ACAF442A}" dt="2026-03-18T12:28:15.842" v="2036" actId="12"/>
          <ac:spMkLst>
            <pc:docMk/>
            <pc:sldMk cId="290909166" sldId="282"/>
            <ac:spMk id="2" creationId="{BC6B6E33-1870-82B5-C2B1-E130D8B70EE4}"/>
          </ac:spMkLst>
        </pc:spChg>
        <pc:spChg chg="mod">
          <ac:chgData name="mr.gllom mr.gllom" userId="48a5bef9a0f1b8ae" providerId="LiveId" clId="{A625CB9F-B710-439A-A13A-2A11ACAF442A}" dt="2026-03-18T13:31:25.447" v="2470" actId="207"/>
          <ac:spMkLst>
            <pc:docMk/>
            <pc:sldMk cId="290909166" sldId="282"/>
            <ac:spMk id="3" creationId="{37A719F3-4C6F-2B88-3FC1-EC40016162A6}"/>
          </ac:spMkLst>
        </pc:spChg>
        <pc:spChg chg="del">
          <ac:chgData name="mr.gllom mr.gllom" userId="48a5bef9a0f1b8ae" providerId="LiveId" clId="{A625CB9F-B710-439A-A13A-2A11ACAF442A}" dt="2026-03-18T13:30:39.032" v="2381" actId="478"/>
          <ac:spMkLst>
            <pc:docMk/>
            <pc:sldMk cId="290909166" sldId="282"/>
            <ac:spMk id="28" creationId="{506E5E70-E75B-31CF-099E-129BCFD68382}"/>
          </ac:spMkLst>
        </pc:spChg>
        <pc:picChg chg="add mod">
          <ac:chgData name="mr.gllom mr.gllom" userId="48a5bef9a0f1b8ae" providerId="LiveId" clId="{A625CB9F-B710-439A-A13A-2A11ACAF442A}" dt="2026-03-18T13:30:36.998" v="2380"/>
          <ac:picMkLst>
            <pc:docMk/>
            <pc:sldMk cId="290909166" sldId="282"/>
            <ac:picMk id="4" creationId="{A0BA61D1-71DC-772B-02F3-93452994E142}"/>
          </ac:picMkLst>
        </pc:picChg>
        <pc:picChg chg="add">
          <ac:chgData name="mr.gllom mr.gllom" userId="48a5bef9a0f1b8ae" providerId="LiveId" clId="{A625CB9F-B710-439A-A13A-2A11ACAF442A}" dt="2026-03-18T13:30:06.880" v="2371"/>
          <ac:picMkLst>
            <pc:docMk/>
            <pc:sldMk cId="290909166" sldId="282"/>
            <ac:picMk id="5122" creationId="{FB47D150-BC11-38AF-BD6B-6EAE0810C5DE}"/>
          </ac:picMkLst>
        </pc:picChg>
      </pc:sldChg>
      <pc:sldChg chg="add del">
        <pc:chgData name="mr.gllom mr.gllom" userId="48a5bef9a0f1b8ae" providerId="LiveId" clId="{A625CB9F-B710-439A-A13A-2A11ACAF442A}" dt="2026-03-18T12:38:12.394" v="2063" actId="2696"/>
        <pc:sldMkLst>
          <pc:docMk/>
          <pc:sldMk cId="3161994046" sldId="283"/>
        </pc:sldMkLst>
      </pc:sldChg>
      <pc:sldChg chg="modSp add mod">
        <pc:chgData name="mr.gllom mr.gllom" userId="48a5bef9a0f1b8ae" providerId="LiveId" clId="{A625CB9F-B710-439A-A13A-2A11ACAF442A}" dt="2026-03-18T12:42:33.047" v="2126" actId="207"/>
        <pc:sldMkLst>
          <pc:docMk/>
          <pc:sldMk cId="2587067353" sldId="284"/>
        </pc:sldMkLst>
        <pc:spChg chg="mod">
          <ac:chgData name="mr.gllom mr.gllom" userId="48a5bef9a0f1b8ae" providerId="LiveId" clId="{A625CB9F-B710-439A-A13A-2A11ACAF442A}" dt="2026-03-18T12:42:33.047" v="2126" actId="207"/>
          <ac:spMkLst>
            <pc:docMk/>
            <pc:sldMk cId="2587067353" sldId="284"/>
            <ac:spMk id="3" creationId="{CE28D35E-8FA3-4265-4462-7AC84BAEB2FB}"/>
          </ac:spMkLst>
        </pc:spChg>
        <pc:spChg chg="mod">
          <ac:chgData name="mr.gllom mr.gllom" userId="48a5bef9a0f1b8ae" providerId="LiveId" clId="{A625CB9F-B710-439A-A13A-2A11ACAF442A}" dt="2026-03-18T12:40:48.304" v="2107" actId="1038"/>
          <ac:spMkLst>
            <pc:docMk/>
            <pc:sldMk cId="2587067353" sldId="284"/>
            <ac:spMk id="28" creationId="{B68C9961-1BD8-1FD9-2B7A-2541EAEF7DB2}"/>
          </ac:spMkLst>
        </pc:spChg>
      </pc:sldChg>
      <pc:sldChg chg="add del">
        <pc:chgData name="mr.gllom mr.gllom" userId="48a5bef9a0f1b8ae" providerId="LiveId" clId="{A625CB9F-B710-439A-A13A-2A11ACAF442A}" dt="2026-03-18T12:37:51.645" v="2052"/>
        <pc:sldMkLst>
          <pc:docMk/>
          <pc:sldMk cId="502798923" sldId="285"/>
        </pc:sldMkLst>
      </pc:sldChg>
      <pc:sldChg chg="modSp add mod">
        <pc:chgData name="mr.gllom mr.gllom" userId="48a5bef9a0f1b8ae" providerId="LiveId" clId="{A625CB9F-B710-439A-A13A-2A11ACAF442A}" dt="2026-03-18T13:00:41.365" v="2240" actId="207"/>
        <pc:sldMkLst>
          <pc:docMk/>
          <pc:sldMk cId="2118510315" sldId="285"/>
        </pc:sldMkLst>
        <pc:spChg chg="mod">
          <ac:chgData name="mr.gllom mr.gllom" userId="48a5bef9a0f1b8ae" providerId="LiveId" clId="{A625CB9F-B710-439A-A13A-2A11ACAF442A}" dt="2026-03-18T13:00:41.365" v="2240" actId="207"/>
          <ac:spMkLst>
            <pc:docMk/>
            <pc:sldMk cId="2118510315" sldId="285"/>
            <ac:spMk id="3" creationId="{813927F2-8612-710B-8ADF-9CD50C73FC98}"/>
          </ac:spMkLst>
        </pc:spChg>
      </pc:sldChg>
      <pc:sldChg chg="modSp add mod">
        <pc:chgData name="mr.gllom mr.gllom" userId="48a5bef9a0f1b8ae" providerId="LiveId" clId="{A625CB9F-B710-439A-A13A-2A11ACAF442A}" dt="2026-03-18T13:10:24.629" v="2280" actId="12789"/>
        <pc:sldMkLst>
          <pc:docMk/>
          <pc:sldMk cId="2688492842" sldId="286"/>
        </pc:sldMkLst>
        <pc:spChg chg="mod">
          <ac:chgData name="mr.gllom mr.gllom" userId="48a5bef9a0f1b8ae" providerId="LiveId" clId="{A625CB9F-B710-439A-A13A-2A11ACAF442A}" dt="2026-03-18T13:02:21.593" v="2261" actId="207"/>
          <ac:spMkLst>
            <pc:docMk/>
            <pc:sldMk cId="2688492842" sldId="286"/>
            <ac:spMk id="3" creationId="{6801B829-2B8C-B207-BBC0-725117FE994F}"/>
          </ac:spMkLst>
        </pc:spChg>
        <pc:spChg chg="mod">
          <ac:chgData name="mr.gllom mr.gllom" userId="48a5bef9a0f1b8ae" providerId="LiveId" clId="{A625CB9F-B710-439A-A13A-2A11ACAF442A}" dt="2026-03-18T13:10:24.629" v="2280" actId="12789"/>
          <ac:spMkLst>
            <pc:docMk/>
            <pc:sldMk cId="2688492842" sldId="286"/>
            <ac:spMk id="28" creationId="{3A660D1F-4531-FC66-2390-6DFF5BD97200}"/>
          </ac:spMkLst>
        </pc:spChg>
      </pc:sldChg>
      <pc:sldChg chg="modSp add mod">
        <pc:chgData name="mr.gllom mr.gllom" userId="48a5bef9a0f1b8ae" providerId="LiveId" clId="{A625CB9F-B710-439A-A13A-2A11ACAF442A}" dt="2026-03-18T13:26:56.675" v="2350" actId="20577"/>
        <pc:sldMkLst>
          <pc:docMk/>
          <pc:sldMk cId="2697732828" sldId="287"/>
        </pc:sldMkLst>
        <pc:spChg chg="mod">
          <ac:chgData name="mr.gllom mr.gllom" userId="48a5bef9a0f1b8ae" providerId="LiveId" clId="{A625CB9F-B710-439A-A13A-2A11ACAF442A}" dt="2026-03-18T13:26:56.675" v="2350" actId="20577"/>
          <ac:spMkLst>
            <pc:docMk/>
            <pc:sldMk cId="2697732828" sldId="287"/>
            <ac:spMk id="3" creationId="{BC4DC1E3-DFC4-83D4-32AE-2B20BA9B3C64}"/>
          </ac:spMkLst>
        </pc:spChg>
        <pc:spChg chg="mod">
          <ac:chgData name="mr.gllom mr.gllom" userId="48a5bef9a0f1b8ae" providerId="LiveId" clId="{A625CB9F-B710-439A-A13A-2A11ACAF442A}" dt="2026-03-18T13:25:27.065" v="2311" actId="12789"/>
          <ac:spMkLst>
            <pc:docMk/>
            <pc:sldMk cId="2697732828" sldId="287"/>
            <ac:spMk id="28" creationId="{E9F5EEAA-37BE-719F-BD22-DE8DBEA05F54}"/>
          </ac:spMkLst>
        </pc:spChg>
      </pc:sldChg>
      <pc:sldChg chg="modSp add mod">
        <pc:chgData name="mr.gllom mr.gllom" userId="48a5bef9a0f1b8ae" providerId="LiveId" clId="{A625CB9F-B710-439A-A13A-2A11ACAF442A}" dt="2026-03-18T13:15:28.249" v="2287" actId="12789"/>
        <pc:sldMkLst>
          <pc:docMk/>
          <pc:sldMk cId="400783790" sldId="288"/>
        </pc:sldMkLst>
        <pc:spChg chg="mod">
          <ac:chgData name="mr.gllom mr.gllom" userId="48a5bef9a0f1b8ae" providerId="LiveId" clId="{A625CB9F-B710-439A-A13A-2A11ACAF442A}" dt="2026-03-18T13:15:28.249" v="2287" actId="12789"/>
          <ac:spMkLst>
            <pc:docMk/>
            <pc:sldMk cId="400783790" sldId="288"/>
            <ac:spMk id="28" creationId="{CC72D8EF-B2AA-2BE4-E11A-EAFC407D01B1}"/>
          </ac:spMkLst>
        </pc:spChg>
      </pc:sldChg>
      <pc:sldChg chg="modSp add mod">
        <pc:chgData name="mr.gllom mr.gllom" userId="48a5bef9a0f1b8ae" providerId="LiveId" clId="{A625CB9F-B710-439A-A13A-2A11ACAF442A}" dt="2026-03-18T13:19:24.027" v="2294" actId="12789"/>
        <pc:sldMkLst>
          <pc:docMk/>
          <pc:sldMk cId="3330685178" sldId="289"/>
        </pc:sldMkLst>
        <pc:spChg chg="mod">
          <ac:chgData name="mr.gllom mr.gllom" userId="48a5bef9a0f1b8ae" providerId="LiveId" clId="{A625CB9F-B710-439A-A13A-2A11ACAF442A}" dt="2026-03-18T13:19:24.027" v="2294" actId="12789"/>
          <ac:spMkLst>
            <pc:docMk/>
            <pc:sldMk cId="3330685178" sldId="289"/>
            <ac:spMk id="28" creationId="{209F9E17-5C7D-1486-7F84-9007B8E608DD}"/>
          </ac:spMkLst>
        </pc:spChg>
      </pc:sldChg>
      <pc:sldChg chg="modSp add mod">
        <pc:chgData name="mr.gllom mr.gllom" userId="48a5bef9a0f1b8ae" providerId="LiveId" clId="{A625CB9F-B710-439A-A13A-2A11ACAF442A}" dt="2026-03-18T13:26:41.020" v="2345" actId="20577"/>
        <pc:sldMkLst>
          <pc:docMk/>
          <pc:sldMk cId="2320787769" sldId="290"/>
        </pc:sldMkLst>
        <pc:spChg chg="mod">
          <ac:chgData name="mr.gllom mr.gllom" userId="48a5bef9a0f1b8ae" providerId="LiveId" clId="{A625CB9F-B710-439A-A13A-2A11ACAF442A}" dt="2026-03-18T13:26:41.020" v="2345" actId="20577"/>
          <ac:spMkLst>
            <pc:docMk/>
            <pc:sldMk cId="2320787769" sldId="290"/>
            <ac:spMk id="3" creationId="{D82BD030-5935-71DE-6295-D9EEE35132FE}"/>
          </ac:spMkLst>
        </pc:spChg>
        <pc:spChg chg="mod">
          <ac:chgData name="mr.gllom mr.gllom" userId="48a5bef9a0f1b8ae" providerId="LiveId" clId="{A625CB9F-B710-439A-A13A-2A11ACAF442A}" dt="2026-03-18T13:25:45.815" v="2319" actId="12789"/>
          <ac:spMkLst>
            <pc:docMk/>
            <pc:sldMk cId="2320787769" sldId="290"/>
            <ac:spMk id="28" creationId="{5B5B5B6A-3943-BF53-EF26-A7A6435A1D3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9CB68-1941-4906-AC12-2D09C79E6FC6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B2A7E-D471-4CC7-B736-F0E750F51E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64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81BFE-472C-AF23-2029-6DA324332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28A33E-F5DB-1036-E8B3-FBA04DC26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F669E3-12AA-7AF5-48FA-4CAA4BD5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CA5F7C-F264-FAC4-9A35-C56F51A5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8662AA-7A3C-E3B2-BAEE-996F22F58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59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BD7BB-911F-8F0F-E065-FE7BF9E6C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4F1CBB-4913-5D20-F798-54DE4F08C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06D1A2-531B-B859-4600-7D3BA314A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825EC8-DDBA-7DD5-F2B7-94094B227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04AABF-27AB-171E-7736-558F5285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9C6FB-E474-602B-0BAD-E2259AEE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DBCF1C-1C77-DC9F-BE47-47F78513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E2F0D1-C861-6850-4681-94E0991C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004389-A881-D74E-67D0-507332F37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131549-9AD6-A055-8DC7-49259C03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507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A9677-7067-AE43-E6EA-7121223CA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5E21F-B711-3725-D9E6-7B624C82E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2B3174-BBA9-D1C1-68BE-AA39626C1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988F8A-BCCA-EA9B-3F2D-3CE189C6C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7647FE-A50D-3A6B-A5B8-1746E58FB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D4B680-A5CA-2369-C868-29E4DA468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87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A26D9-81FB-28A2-A189-19D866CBE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0409CF-46E2-8692-1DDD-BD6F09413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C93492-A078-58FE-F431-8A6B16453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425CF4-E490-B087-799B-A284A5E29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F05079-0B1D-2A08-4B5A-7A47563FAD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4CB6D9-4B94-78AD-DA57-2E708DE99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FAFAB1D-B6D7-722E-9B89-2C9AAF48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0175EC-D192-9F74-E1D9-9794ECC74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735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150F0-F0B5-1431-EC65-E7735A97A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056517-8D1C-E941-0F28-1C8683D6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5FB620-8763-F137-95F8-0717A78A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756677-C408-1CB4-480E-2007C105A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77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712225-B2B1-AC3A-7302-BC54A934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C7CB12-69E1-E183-B317-9AFF1D36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D257A-3B96-13BA-67CA-D0CB6206D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44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8F4DC-3405-3AAD-71BE-C4A1B45E3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8DE67E-4BA6-A7C5-CB7D-CAC6AF129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96027B-319E-E8FA-5654-775F932AA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2F7B85-1CD8-B7BA-D246-D0B249A3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2CE49D-CA29-23D9-0641-F90D5891F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E28064-4997-6872-3172-D1D00B04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17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0BE001-34F2-E5D4-7617-77DBB8BC4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0399026-4B53-0032-A905-E344171D6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8A3BD4-F81A-FCAB-5C0F-56AA1BC29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919C95-B508-4B2A-D648-A2371BF2E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C060E1-303A-06C8-180B-D8DFB19C3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92A05B-7B6E-4F4C-854A-0A4AE47F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754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C9EBF8-80C9-8E0A-3B5C-C30D3348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C09593-F2B7-0A77-1276-CBDEB926B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A3DC8-A418-7F10-9B10-6B287200E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064125-E8C9-D375-C409-EC4ABC976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EB8F2B-6883-D688-2939-86C45E1C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015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21DA494-40F1-4263-511A-0174C1521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D612D5-EAED-A3F7-D9B2-7E7D35396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290166-D5B1-7CA7-0990-0BFAB3F1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6AC9C1-87DF-962D-74EA-0F47162E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F12968-7CAA-DF11-CF28-045E73DD1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106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B4D2831-1054-433A-439B-261C3F45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0958DC-3F4B-88EC-B11C-25ED353B7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05A6B-E3F9-EDFE-F146-5795CC45C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215A9-734E-4AD3-8910-5EED93001A62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BFB9AA-ACE8-6B52-2FB0-DFC715A82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EF4FB8-5A01-566E-6DB0-67E074FB7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71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21212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1212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1212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1212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3A9C1-EF8C-0E35-7892-BECDD7D7C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altLang="ko-KR" dirty="0"/>
              <a:t>14</a:t>
            </a:r>
            <a:r>
              <a:rPr lang="ko-KR" altLang="en-US" dirty="0"/>
              <a:t>장 </a:t>
            </a:r>
            <a:r>
              <a:rPr lang="ko-KR" altLang="en-US" dirty="0" err="1"/>
              <a:t>코루틴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3EEAF6-6ABF-556C-87EA-7710277EA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22800"/>
            <a:ext cx="9684774" cy="223520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1800" dirty="0"/>
              <a:t>유지민</a:t>
            </a:r>
          </a:p>
        </p:txBody>
      </p:sp>
    </p:spTree>
    <p:extLst>
      <p:ext uri="{BB962C8B-B14F-4D97-AF65-F5344CB8AC3E}">
        <p14:creationId xmlns:p14="http://schemas.microsoft.com/office/powerpoint/2010/main" val="378587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BDAA1-B01A-DC99-5C8E-4EC9D3BD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E704D-39F8-2CA4-4D4A-4DDED691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0399A3-6B37-93DA-2161-4EC1433CD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9569" y="1668839"/>
            <a:ext cx="3852862" cy="3936399"/>
          </a:xfrm>
        </p:spPr>
        <p:txBody>
          <a:bodyPr wrap="square" anchor="ctr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 err="1"/>
              <a:t>코루틴이란</a:t>
            </a:r>
            <a:r>
              <a:rPr lang="en-US" altLang="ko-KR" dirty="0"/>
              <a:t>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스레드와 </a:t>
            </a:r>
            <a:r>
              <a:rPr lang="ko-KR" altLang="en-US" dirty="0" err="1"/>
              <a:t>코루틴</a:t>
            </a:r>
            <a:r>
              <a:rPr lang="ko-KR" altLang="en-US" dirty="0"/>
              <a:t> 비교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일시 중단</a:t>
            </a:r>
            <a:r>
              <a:rPr lang="en-US" altLang="ko-KR" dirty="0"/>
              <a:t> </a:t>
            </a:r>
            <a:r>
              <a:rPr lang="ko-KR" altLang="en-US" dirty="0"/>
              <a:t>함수</a:t>
            </a:r>
            <a:endParaRPr lang="en-US" altLang="ko-KR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 err="1"/>
              <a:t>코루틴</a:t>
            </a:r>
            <a:r>
              <a:rPr lang="ko-KR" altLang="en-US" dirty="0"/>
              <a:t> </a:t>
            </a:r>
            <a:r>
              <a:rPr lang="ko-KR" altLang="en-US" dirty="0" err="1"/>
              <a:t>빌더</a:t>
            </a:r>
            <a:endParaRPr lang="en-US" altLang="ko-KR" dirty="0"/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ko-KR" altLang="en-US" dirty="0" err="1"/>
              <a:t>코루틴</a:t>
            </a:r>
            <a:r>
              <a:rPr lang="ko-KR" altLang="en-US" dirty="0"/>
              <a:t> 컨텍스트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73298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BEA95-F698-7E59-5317-3BB9BA4A8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B1897-6D67-761B-405D-EAC7A1B44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코루틴이란</a:t>
            </a:r>
            <a:r>
              <a:rPr lang="en-US" altLang="ko-KR" dirty="0">
                <a:latin typeface="+mn-ea"/>
              </a:rPr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50C0E5-24F4-E137-690F-A9821BCD5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552949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 err="1">
                <a:latin typeface="+mn-ea"/>
              </a:rPr>
              <a:t>코루틴이란</a:t>
            </a:r>
            <a:r>
              <a:rPr lang="en-US" altLang="ko-KR" sz="3200" b="1" dirty="0">
                <a:latin typeface="+mn-ea"/>
              </a:rPr>
              <a:t>?</a:t>
            </a:r>
          </a:p>
          <a:p>
            <a:pPr>
              <a:lnSpc>
                <a:spcPct val="100000"/>
              </a:lnSpc>
            </a:pPr>
            <a:r>
              <a:rPr lang="ko-KR" altLang="en-US" sz="2400" dirty="0" err="1"/>
              <a:t>코루틴</a:t>
            </a:r>
            <a:r>
              <a:rPr lang="en-US" altLang="ko-KR" sz="2400" dirty="0"/>
              <a:t>: </a:t>
            </a:r>
            <a:r>
              <a:rPr lang="ko-KR" altLang="en-US" sz="2400" dirty="0"/>
              <a:t>스레드 위에서 동작하는 </a:t>
            </a:r>
            <a:r>
              <a:rPr lang="ko-KR" altLang="en-US" sz="2400" b="1" dirty="0">
                <a:solidFill>
                  <a:srgbClr val="FF5722"/>
                </a:solidFill>
              </a:rPr>
              <a:t>경량 실행 단위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ko-KR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co</a:t>
            </a:r>
            <a:r>
              <a:rPr lang="ko-KR" altLang="ko-KR" sz="2400" b="1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lang="ko-KR" altLang="ko-KR" sz="2400" dirty="0">
                <a:solidFill>
                  <a:schemeClr val="tx1"/>
                </a:solidFill>
                <a:latin typeface="Arial" panose="020B0604020202020204" pitchFamily="34" charset="0"/>
              </a:rPr>
              <a:t> → 함께, 협력</a:t>
            </a:r>
            <a:br>
              <a:rPr lang="en-US" altLang="ko-KR" sz="24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ko-KR" altLang="ko-KR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routine</a:t>
            </a:r>
            <a:r>
              <a:rPr lang="ko-KR" altLang="ko-KR" sz="2400" dirty="0">
                <a:solidFill>
                  <a:schemeClr val="tx1"/>
                </a:solidFill>
                <a:latin typeface="Arial" panose="020B0604020202020204" pitchFamily="34" charset="0"/>
              </a:rPr>
              <a:t> → </a:t>
            </a:r>
            <a:r>
              <a:rPr lang="ko-KR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과정</a:t>
            </a:r>
            <a:r>
              <a:rPr lang="en-US" altLang="ko-KR" sz="24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일과</a:t>
            </a:r>
            <a:br>
              <a:rPr lang="en-US" altLang="ko-KR" sz="24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ko-KR" altLang="en-US" sz="2400" b="1" dirty="0">
                <a:solidFill>
                  <a:srgbClr val="FF5722"/>
                </a:solidFill>
              </a:rPr>
              <a:t>협력해서 실행되는 과정</a:t>
            </a:r>
            <a:endParaRPr lang="en-US" altLang="ko-KR" sz="2400" b="1" dirty="0">
              <a:solidFill>
                <a:srgbClr val="FF5722"/>
              </a:solidFill>
            </a:endParaRPr>
          </a:p>
          <a:p>
            <a:pPr>
              <a:lnSpc>
                <a:spcPct val="10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누가 누구를 </a:t>
            </a:r>
            <a:r>
              <a:rPr lang="ko-KR" altLang="en-US" sz="2400" dirty="0" err="1">
                <a:solidFill>
                  <a:srgbClr val="000000"/>
                </a:solidFill>
                <a:latin typeface="+mn-ea"/>
              </a:rPr>
              <a:t>호출한다기보다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400" b="1" dirty="0">
                <a:solidFill>
                  <a:srgbClr val="FF5722"/>
                </a:solidFill>
                <a:latin typeface="+mn-ea"/>
              </a:rPr>
              <a:t>서로 실행을 넘겨준다</a:t>
            </a:r>
            <a:r>
              <a:rPr lang="en-US" altLang="ko-KR" sz="2400" b="1" dirty="0">
                <a:solidFill>
                  <a:srgbClr val="FF5722"/>
                </a:solidFill>
                <a:latin typeface="+mn-ea"/>
              </a:rPr>
              <a:t>.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C635E36-8C35-B556-560C-F6B4B730AF4B}"/>
              </a:ext>
            </a:extLst>
          </p:cNvPr>
          <p:cNvGrpSpPr/>
          <p:nvPr/>
        </p:nvGrpSpPr>
        <p:grpSpPr>
          <a:xfrm>
            <a:off x="7375433" y="349367"/>
            <a:ext cx="3403787" cy="5867353"/>
            <a:chOff x="7375433" y="349367"/>
            <a:chExt cx="3403787" cy="5867353"/>
          </a:xfrm>
        </p:grpSpPr>
        <p:sp>
          <p:nvSpPr>
            <p:cNvPr id="13" name="Google Shape;174;p3">
              <a:extLst>
                <a:ext uri="{FF2B5EF4-FFF2-40B4-BE49-F238E27FC236}">
                  <a16:creationId xmlns:a16="http://schemas.microsoft.com/office/drawing/2014/main" id="{9FEC7871-AC44-D594-1761-8B962C96E25B}"/>
                </a:ext>
              </a:extLst>
            </p:cNvPr>
            <p:cNvSpPr/>
            <p:nvPr/>
          </p:nvSpPr>
          <p:spPr>
            <a:xfrm>
              <a:off x="7375433" y="2035140"/>
              <a:ext cx="3403787" cy="2787720"/>
            </a:xfrm>
            <a:prstGeom prst="roundRect">
              <a:avLst>
                <a:gd name="adj" fmla="val 9525"/>
              </a:avLst>
            </a:prstGeom>
            <a:solidFill>
              <a:srgbClr val="0070C0"/>
            </a:solidFill>
            <a:ln w="19050" cap="flat" cmpd="sng">
              <a:noFill/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b="1" i="0" u="none" strike="noStrike" cap="none" dirty="0">
                <a:solidFill>
                  <a:schemeClr val="lt1"/>
                </a:solidFill>
                <a:latin typeface="+mn-ea"/>
                <a:cs typeface="Malgun Gothic"/>
                <a:sym typeface="Malgun Gothic"/>
              </a:endParaRPr>
            </a:p>
          </p:txBody>
        </p:sp>
        <p:sp>
          <p:nvSpPr>
            <p:cNvPr id="14" name="Google Shape;215;p3">
              <a:extLst>
                <a:ext uri="{FF2B5EF4-FFF2-40B4-BE49-F238E27FC236}">
                  <a16:creationId xmlns:a16="http://schemas.microsoft.com/office/drawing/2014/main" id="{A3A2B16B-A7C0-82A7-DC8E-B8B1BE65C829}"/>
                </a:ext>
              </a:extLst>
            </p:cNvPr>
            <p:cNvSpPr txBox="1"/>
            <p:nvPr/>
          </p:nvSpPr>
          <p:spPr>
            <a:xfrm>
              <a:off x="8611992" y="349367"/>
              <a:ext cx="930667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>
                  <a:solidFill>
                    <a:srgbClr val="000000"/>
                  </a:solidFill>
                  <a:latin typeface="+mn-ea"/>
                  <a:cs typeface="Arial"/>
                  <a:sym typeface="Arial"/>
                </a:rPr>
                <a:t>Process</a:t>
              </a:r>
              <a:endParaRPr sz="1400" b="1" i="0" u="none" strike="noStrike" cap="none" dirty="0">
                <a:solidFill>
                  <a:srgbClr val="000000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15" name="Google Shape;215;p3">
              <a:extLst>
                <a:ext uri="{FF2B5EF4-FFF2-40B4-BE49-F238E27FC236}">
                  <a16:creationId xmlns:a16="http://schemas.microsoft.com/office/drawing/2014/main" id="{521D7AF7-68E6-FB83-CD8C-7C432ADC9C74}"/>
                </a:ext>
              </a:extLst>
            </p:cNvPr>
            <p:cNvSpPr txBox="1"/>
            <p:nvPr/>
          </p:nvSpPr>
          <p:spPr>
            <a:xfrm>
              <a:off x="8611992" y="485653"/>
              <a:ext cx="930667" cy="13849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0000"/>
                  </a:solidFill>
                  <a:latin typeface="+mn-ea"/>
                  <a:cs typeface="Arial"/>
                  <a:sym typeface="Arial"/>
                </a:rPr>
                <a:t>.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000000"/>
                  </a:solidFill>
                  <a:latin typeface="+mn-ea"/>
                  <a:cs typeface="Arial"/>
                  <a:sym typeface="Arial"/>
                </a:rPr>
                <a:t>.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0000"/>
                  </a:solidFill>
                  <a:latin typeface="+mn-ea"/>
                  <a:cs typeface="Arial"/>
                  <a:sym typeface="Arial"/>
                </a:rPr>
                <a:t>.</a:t>
              </a:r>
              <a:endParaRPr lang="en-US" sz="2800" b="1" dirty="0">
                <a:solidFill>
                  <a:srgbClr val="000000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16" name="Google Shape;215;p3">
              <a:extLst>
                <a:ext uri="{FF2B5EF4-FFF2-40B4-BE49-F238E27FC236}">
                  <a16:creationId xmlns:a16="http://schemas.microsoft.com/office/drawing/2014/main" id="{D5943AB4-72DE-6714-C95C-F4F4EB9063D7}"/>
                </a:ext>
              </a:extLst>
            </p:cNvPr>
            <p:cNvSpPr txBox="1"/>
            <p:nvPr/>
          </p:nvSpPr>
          <p:spPr>
            <a:xfrm>
              <a:off x="8611991" y="4805799"/>
              <a:ext cx="930667" cy="13849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0000"/>
                  </a:solidFill>
                  <a:latin typeface="+mn-ea"/>
                  <a:cs typeface="Arial"/>
                  <a:sym typeface="Arial"/>
                </a:rPr>
                <a:t>.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000000"/>
                  </a:solidFill>
                  <a:latin typeface="+mn-ea"/>
                  <a:cs typeface="Arial"/>
                  <a:sym typeface="Arial"/>
                </a:rPr>
                <a:t>.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0000"/>
                  </a:solidFill>
                  <a:latin typeface="+mn-ea"/>
                  <a:cs typeface="Arial"/>
                  <a:sym typeface="Arial"/>
                </a:rPr>
                <a:t>.</a:t>
              </a:r>
              <a:endParaRPr lang="en-US" sz="2800" b="1" dirty="0">
                <a:solidFill>
                  <a:srgbClr val="000000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17" name="Google Shape;215;p3">
              <a:extLst>
                <a:ext uri="{FF2B5EF4-FFF2-40B4-BE49-F238E27FC236}">
                  <a16:creationId xmlns:a16="http://schemas.microsoft.com/office/drawing/2014/main" id="{9A79BED2-E1FC-1A54-2B91-4832E2AD4AC5}"/>
                </a:ext>
              </a:extLst>
            </p:cNvPr>
            <p:cNvSpPr txBox="1"/>
            <p:nvPr/>
          </p:nvSpPr>
          <p:spPr>
            <a:xfrm>
              <a:off x="8611990" y="1770431"/>
              <a:ext cx="930667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>
                  <a:solidFill>
                    <a:srgbClr val="000000"/>
                  </a:solidFill>
                  <a:latin typeface="+mn-ea"/>
                  <a:cs typeface="Arial"/>
                  <a:sym typeface="Arial"/>
                </a:rPr>
                <a:t>Thread</a:t>
              </a:r>
            </a:p>
          </p:txBody>
        </p:sp>
        <p:sp>
          <p:nvSpPr>
            <p:cNvPr id="18" name="Google Shape;174;p3">
              <a:extLst>
                <a:ext uri="{FF2B5EF4-FFF2-40B4-BE49-F238E27FC236}">
                  <a16:creationId xmlns:a16="http://schemas.microsoft.com/office/drawing/2014/main" id="{CC2EF2E7-CBDA-45AE-9485-AFD0254BA537}"/>
                </a:ext>
              </a:extLst>
            </p:cNvPr>
            <p:cNvSpPr/>
            <p:nvPr/>
          </p:nvSpPr>
          <p:spPr>
            <a:xfrm>
              <a:off x="7751443" y="2213437"/>
              <a:ext cx="2651760" cy="1080590"/>
            </a:xfrm>
            <a:prstGeom prst="roundRect">
              <a:avLst>
                <a:gd name="adj" fmla="val 9525"/>
              </a:avLst>
            </a:prstGeom>
            <a:solidFill>
              <a:schemeClr val="accent1">
                <a:lumMod val="50000"/>
              </a:schemeClr>
            </a:solidFill>
            <a:ln w="19050" cap="flat" cmpd="sng">
              <a:noFill/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lt1"/>
                  </a:solidFill>
                  <a:latin typeface="+mn-ea"/>
                  <a:cs typeface="Malgun Gothic"/>
                  <a:sym typeface="Malgun Gothic"/>
                </a:rPr>
                <a:t>Coroutine 1</a:t>
              </a:r>
              <a:endParaRPr lang="en-US" b="1" i="0" u="none" strike="noStrike" cap="none" dirty="0">
                <a:solidFill>
                  <a:schemeClr val="lt1"/>
                </a:solidFill>
                <a:latin typeface="+mn-ea"/>
                <a:cs typeface="Malgun Gothic"/>
                <a:sym typeface="Malgun Gothic"/>
              </a:endParaRPr>
            </a:p>
          </p:txBody>
        </p:sp>
        <p:sp>
          <p:nvSpPr>
            <p:cNvPr id="19" name="Google Shape;174;p3">
              <a:extLst>
                <a:ext uri="{FF2B5EF4-FFF2-40B4-BE49-F238E27FC236}">
                  <a16:creationId xmlns:a16="http://schemas.microsoft.com/office/drawing/2014/main" id="{0C026AA8-C45B-D11A-252D-637158D6C2DB}"/>
                </a:ext>
              </a:extLst>
            </p:cNvPr>
            <p:cNvSpPr/>
            <p:nvPr/>
          </p:nvSpPr>
          <p:spPr>
            <a:xfrm>
              <a:off x="7375433" y="641280"/>
              <a:ext cx="3403787" cy="5575440"/>
            </a:xfrm>
            <a:prstGeom prst="roundRect">
              <a:avLst>
                <a:gd name="adj" fmla="val 7407"/>
              </a:avLst>
            </a:prstGeom>
            <a:noFill/>
            <a:ln w="19050" cap="flat" cmpd="sng">
              <a:solidFill>
                <a:srgbClr val="000000"/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 i="0" u="none" strike="noStrike" cap="none">
                <a:solidFill>
                  <a:schemeClr val="lt1"/>
                </a:solidFill>
                <a:latin typeface="+mn-ea"/>
                <a:cs typeface="Malgun Gothic"/>
                <a:sym typeface="Malgun Gothic"/>
              </a:endParaRPr>
            </a:p>
          </p:txBody>
        </p:sp>
        <p:sp>
          <p:nvSpPr>
            <p:cNvPr id="20" name="Google Shape;174;p3">
              <a:extLst>
                <a:ext uri="{FF2B5EF4-FFF2-40B4-BE49-F238E27FC236}">
                  <a16:creationId xmlns:a16="http://schemas.microsoft.com/office/drawing/2014/main" id="{73A1639C-8776-C2D8-4BA3-3D9CAF323E8A}"/>
                </a:ext>
              </a:extLst>
            </p:cNvPr>
            <p:cNvSpPr/>
            <p:nvPr/>
          </p:nvSpPr>
          <p:spPr>
            <a:xfrm>
              <a:off x="7751443" y="3514655"/>
              <a:ext cx="2651760" cy="1080590"/>
            </a:xfrm>
            <a:prstGeom prst="roundRect">
              <a:avLst>
                <a:gd name="adj" fmla="val 9525"/>
              </a:avLst>
            </a:prstGeom>
            <a:solidFill>
              <a:schemeClr val="accent1">
                <a:lumMod val="50000"/>
              </a:schemeClr>
            </a:solidFill>
            <a:ln w="19050" cap="flat" cmpd="sng">
              <a:noFill/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lt1"/>
                  </a:solidFill>
                  <a:latin typeface="+mn-ea"/>
                  <a:cs typeface="Malgun Gothic"/>
                  <a:sym typeface="Malgun Gothic"/>
                </a:rPr>
                <a:t>Coroutine 2</a:t>
              </a:r>
              <a:endParaRPr lang="en-US" b="1" i="0" u="none" strike="noStrike" cap="none" dirty="0">
                <a:solidFill>
                  <a:schemeClr val="lt1"/>
                </a:solidFill>
                <a:latin typeface="+mn-ea"/>
                <a:cs typeface="Malgun Gothic"/>
                <a:sym typeface="Malgun Gothic"/>
              </a:endParaRPr>
            </a:p>
          </p:txBody>
        </p:sp>
      </p:grpSp>
      <p:sp>
        <p:nvSpPr>
          <p:cNvPr id="25" name="Rectangle 7">
            <a:extLst>
              <a:ext uri="{FF2B5EF4-FFF2-40B4-BE49-F238E27FC236}">
                <a16:creationId xmlns:a16="http://schemas.microsoft.com/office/drawing/2014/main" id="{46374923-F320-A8B6-1168-14CBAC020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128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E8B8C-F3DC-61F4-8743-F3165059A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011D5-9BA4-5AE9-91D1-3C6EAB7A6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코루틴이란</a:t>
            </a:r>
            <a:r>
              <a:rPr lang="en-US" altLang="ko-KR" dirty="0">
                <a:latin typeface="+mn-ea"/>
              </a:rPr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EFA2F9-C71B-D727-87E6-A8C775764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8699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탄생 배경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ko-KR" altLang="en-US" sz="2400" dirty="0">
                <a:latin typeface="+mn-ea"/>
              </a:rPr>
              <a:t>현대 프로그램들이 한 번에 한 가지 일만 하는 경우는 드물다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>
                <a:latin typeface="+mn-ea"/>
              </a:rPr>
              <a:t>동시에 </a:t>
            </a:r>
            <a:r>
              <a:rPr lang="ko-KR" altLang="en-US" sz="2400" b="1" dirty="0">
                <a:solidFill>
                  <a:srgbClr val="FF5722"/>
                </a:solidFill>
                <a:latin typeface="+mn-ea"/>
              </a:rPr>
              <a:t>여러 일을 비동기적으로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할 필요가 있다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>
                <a:latin typeface="+mn-ea"/>
              </a:rPr>
              <a:t>다른 여러 연산을 </a:t>
            </a:r>
            <a:r>
              <a:rPr lang="ko-KR" altLang="en-US" sz="2400" b="1" dirty="0">
                <a:solidFill>
                  <a:srgbClr val="FF5722"/>
                </a:solidFill>
                <a:latin typeface="+mn-ea"/>
              </a:rPr>
              <a:t>서로 </a:t>
            </a:r>
            <a:r>
              <a:rPr lang="ko-KR" altLang="en-US" sz="2400" b="1" dirty="0" err="1">
                <a:solidFill>
                  <a:srgbClr val="FF5722"/>
                </a:solidFill>
                <a:latin typeface="+mn-ea"/>
              </a:rPr>
              <a:t>블록시키지</a:t>
            </a:r>
            <a:r>
              <a:rPr lang="ko-KR" altLang="en-US" sz="2400" b="1" dirty="0">
                <a:solidFill>
                  <a:srgbClr val="FF5722"/>
                </a:solidFill>
                <a:latin typeface="+mn-ea"/>
              </a:rPr>
              <a:t> 않고 독립적으로 실행</a:t>
            </a:r>
            <a:r>
              <a:rPr lang="en-US" altLang="ko-KR" sz="2400" b="1" dirty="0">
                <a:solidFill>
                  <a:srgbClr val="FF5722"/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>
                <a:latin typeface="+mn-ea"/>
              </a:rPr>
              <a:t>동시 </a:t>
            </a:r>
            <a:r>
              <a:rPr lang="ko-KR" altLang="en-US" sz="2400" b="1" dirty="0">
                <a:solidFill>
                  <a:srgbClr val="FF5722"/>
                </a:solidFill>
                <a:latin typeface="+mn-ea"/>
              </a:rPr>
              <a:t>작업을 동기화하고 조화시킬 수 있는 도구가 필요</a:t>
            </a:r>
            <a:r>
              <a:rPr lang="ko-KR" altLang="en-US" sz="2400" dirty="0">
                <a:latin typeface="+mn-ea"/>
              </a:rPr>
              <a:t>하다는 의미</a:t>
            </a:r>
            <a:r>
              <a:rPr lang="en-US" altLang="ko-KR" sz="2400" dirty="0">
                <a:latin typeface="+mn-ea"/>
              </a:rPr>
              <a:t>.</a:t>
            </a:r>
            <a:endParaRPr lang="ko-KR" altLang="en-US" sz="2400" dirty="0">
              <a:latin typeface="+mn-ea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36510DF-B80B-D8CA-787C-4086E808F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47675"/>
            <a:ext cx="5962650" cy="596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58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6145C-BA88-4AAA-B50C-FD0CADBB6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C88F7A-BD62-2E0A-3348-796882D39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코루틴이란</a:t>
            </a:r>
            <a:r>
              <a:rPr lang="en-US" altLang="ko-KR" dirty="0">
                <a:latin typeface="+mn-ea"/>
              </a:rPr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ACCDF4-31BA-47B0-89F2-DE28F30A7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3405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다양한 언어에서의 </a:t>
            </a:r>
            <a:r>
              <a:rPr lang="ko-KR" altLang="en-US" sz="3200" b="1" dirty="0" err="1">
                <a:latin typeface="+mn-ea"/>
              </a:rPr>
              <a:t>코루틴</a:t>
            </a:r>
            <a:endParaRPr lang="ko-KR" altLang="en-US" sz="3200" b="1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2400" dirty="0">
                <a:latin typeface="+mn-ea"/>
              </a:rPr>
              <a:t>Kotlin: suspend</a:t>
            </a:r>
            <a:r>
              <a:rPr lang="ko-KR" altLang="en-US" sz="2400" dirty="0">
                <a:latin typeface="+mn-ea"/>
              </a:rPr>
              <a:t> 함수</a:t>
            </a:r>
            <a:endParaRPr lang="en-US" altLang="ko-KR" sz="2400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2400" dirty="0">
                <a:latin typeface="+mn-ea"/>
              </a:rPr>
              <a:t>C++: &lt;</a:t>
            </a:r>
            <a:r>
              <a:rPr lang="en-US" altLang="ko-KR" sz="2400" dirty="0"/>
              <a:t>coroutine&gt; </a:t>
            </a:r>
            <a:r>
              <a:rPr lang="ko-KR" altLang="en-US" sz="2400" dirty="0"/>
              <a:t>라이브러리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>
                <a:latin typeface="+mn-ea"/>
              </a:rPr>
              <a:t>C#: </a:t>
            </a:r>
            <a:r>
              <a:rPr lang="en-US" altLang="ko-KR" sz="2400" dirty="0"/>
              <a:t>async/await</a:t>
            </a:r>
            <a:endParaRPr lang="en-US" altLang="ko-KR" sz="2400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ko-KR" altLang="en-US" sz="2400" dirty="0">
                <a:latin typeface="+mn-ea"/>
              </a:rPr>
              <a:t>파이썬</a:t>
            </a:r>
            <a:r>
              <a:rPr lang="en-US" altLang="ko-KR" sz="2400" dirty="0">
                <a:latin typeface="+mn-ea"/>
              </a:rPr>
              <a:t>: </a:t>
            </a:r>
            <a:r>
              <a:rPr lang="en-US" altLang="ko-KR" sz="2400" dirty="0"/>
              <a:t>generator, async/await</a:t>
            </a:r>
          </a:p>
          <a:p>
            <a:pPr>
              <a:lnSpc>
                <a:spcPct val="100000"/>
              </a:lnSpc>
            </a:pPr>
            <a:r>
              <a:rPr lang="en-US" altLang="ko-KR" sz="2400" dirty="0">
                <a:latin typeface="+mn-ea"/>
              </a:rPr>
              <a:t>JS: </a:t>
            </a:r>
            <a:r>
              <a:rPr lang="en-US" altLang="ko-KR" sz="2400" dirty="0"/>
              <a:t>generator, async/await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FF5722"/>
                </a:solidFill>
                <a:latin typeface="+mn-ea"/>
              </a:rPr>
              <a:t>Go: goroutine</a:t>
            </a:r>
            <a:endParaRPr lang="ko-KR" altLang="en-US" sz="2400" b="1" dirty="0">
              <a:solidFill>
                <a:srgbClr val="FF5722"/>
              </a:solidFill>
              <a:latin typeface="+mn-ea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E56F984-7E17-AA0B-2455-4B90BD4F9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47675"/>
            <a:ext cx="5962650" cy="596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175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189C0-336B-82AD-0F5E-E5ABC49D7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0885E-5E94-22F4-0712-8F52AE9EE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코루틴이란</a:t>
            </a:r>
            <a:r>
              <a:rPr lang="en-US" altLang="ko-KR" dirty="0">
                <a:latin typeface="+mn-ea"/>
              </a:rPr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83B586-FF03-C2D1-7E97-E734A8AB9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8699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ko-KR" altLang="en-US" sz="3200" b="1" dirty="0">
                <a:latin typeface="+mn-ea"/>
              </a:rPr>
              <a:t> 동시성과 </a:t>
            </a:r>
            <a:r>
              <a:rPr lang="ko-KR" altLang="en-US" sz="3200" b="1" dirty="0" err="1">
                <a:latin typeface="+mn-ea"/>
              </a:rPr>
              <a:t>병렬성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ko-KR" altLang="en-US" sz="2400" dirty="0">
                <a:latin typeface="+mn-ea"/>
              </a:rPr>
              <a:t>동시성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코드를 여러 부분으로 나눠서 </a:t>
            </a:r>
            <a:r>
              <a:rPr lang="ko-KR" altLang="en-US" sz="2400" b="1" dirty="0">
                <a:solidFill>
                  <a:srgbClr val="FF5722"/>
                </a:solidFill>
                <a:latin typeface="+mn-ea"/>
              </a:rPr>
              <a:t>동시에 수행할 수 있는 능력</a:t>
            </a:r>
            <a:r>
              <a:rPr lang="en-US" altLang="ko-KR" sz="2400" b="1" dirty="0">
                <a:solidFill>
                  <a:srgbClr val="FF5722"/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 err="1">
                <a:latin typeface="+mn-ea"/>
              </a:rPr>
              <a:t>병렬성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여러 작업을 여러 </a:t>
            </a:r>
            <a:r>
              <a:rPr lang="en-US" altLang="ko-KR" sz="2400" dirty="0">
                <a:latin typeface="+mn-ea"/>
              </a:rPr>
              <a:t>CPU </a:t>
            </a:r>
            <a:r>
              <a:rPr lang="ko-KR" altLang="en-US" sz="2400" dirty="0">
                <a:latin typeface="+mn-ea"/>
              </a:rPr>
              <a:t>코어에서 </a:t>
            </a:r>
            <a:r>
              <a:rPr lang="ko-KR" altLang="en-US" sz="2400" b="1" dirty="0">
                <a:solidFill>
                  <a:srgbClr val="FF5722"/>
                </a:solidFill>
                <a:latin typeface="+mn-ea"/>
              </a:rPr>
              <a:t>물리적으로 동시에 실행</a:t>
            </a:r>
            <a:r>
              <a:rPr lang="en-US" altLang="ko-KR" sz="2400" b="1" dirty="0">
                <a:solidFill>
                  <a:srgbClr val="FF5722"/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b="1" dirty="0" err="1"/>
              <a:t>병렬성</a:t>
            </a:r>
            <a:r>
              <a:rPr lang="ko-KR" altLang="en-US" sz="2400" b="1" dirty="0"/>
              <a:t> ⊂ 동시성</a:t>
            </a:r>
            <a:endParaRPr lang="ko-KR" altLang="en-US" sz="2400" b="1" dirty="0">
              <a:latin typeface="+mn-ea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633F2E8-EBE1-9367-08A1-0E78728BB167}"/>
              </a:ext>
            </a:extLst>
          </p:cNvPr>
          <p:cNvGrpSpPr/>
          <p:nvPr/>
        </p:nvGrpSpPr>
        <p:grpSpPr>
          <a:xfrm>
            <a:off x="5957518" y="1919212"/>
            <a:ext cx="6234482" cy="3386213"/>
            <a:chOff x="6424242" y="1938262"/>
            <a:chExt cx="5306165" cy="293385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92AF87B-2137-D4A3-FBB5-E201A0233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24242" y="1938262"/>
              <a:ext cx="5306165" cy="107647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57D70C4-132E-D521-A1F6-9210F85AF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136" y="3757534"/>
              <a:ext cx="4296375" cy="11145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1130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3F902-56FB-9F51-DBB1-6736FAF70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C7C89-801E-69CA-82D7-ADC3DC57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코루틴이란</a:t>
            </a:r>
            <a:r>
              <a:rPr lang="en-US" altLang="ko-KR" dirty="0">
                <a:latin typeface="+mn-ea"/>
              </a:rPr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A2C0C7-6E2E-0402-AA19-77C2080B0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686425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ko-KR" altLang="en-US" sz="3200" b="1" dirty="0">
                <a:latin typeface="+mn-ea"/>
              </a:rPr>
              <a:t> </a:t>
            </a:r>
            <a:r>
              <a:rPr lang="ko-KR" altLang="en-US" sz="3200" b="1" dirty="0" err="1">
                <a:latin typeface="+mn-ea"/>
              </a:rPr>
              <a:t>넌블로킹</a:t>
            </a:r>
            <a:r>
              <a:rPr lang="ko-KR" altLang="en-US" sz="3200" b="1" dirty="0">
                <a:latin typeface="+mn-ea"/>
              </a:rPr>
              <a:t> 동시성 코드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ko-KR" altLang="en-US" sz="2400" dirty="0" err="1"/>
              <a:t>넌블로킹</a:t>
            </a:r>
            <a:r>
              <a:rPr lang="en-US" altLang="ko-KR" sz="2400" dirty="0"/>
              <a:t>(Non-blocking): </a:t>
            </a:r>
            <a:r>
              <a:rPr lang="ko-KR" altLang="en-US" sz="2400" dirty="0"/>
              <a:t>작업이 끝날 때까지 기다리면서 </a:t>
            </a:r>
            <a:r>
              <a:rPr lang="ko-KR" altLang="en-US" sz="2400" b="1" dirty="0">
                <a:solidFill>
                  <a:srgbClr val="FF5722"/>
                </a:solidFill>
              </a:rPr>
              <a:t>스레드를 멈추지 않는 것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>
                <a:latin typeface="+mn-ea"/>
              </a:rPr>
              <a:t>동시성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코드를 여러 부분으로 나눠서 </a:t>
            </a:r>
            <a:r>
              <a:rPr lang="ko-KR" altLang="en-US" sz="2400" b="1" dirty="0">
                <a:solidFill>
                  <a:srgbClr val="FF5722"/>
                </a:solidFill>
                <a:latin typeface="+mn-ea"/>
              </a:rPr>
              <a:t>동시에 수행할 수 있는 능력</a:t>
            </a:r>
            <a:r>
              <a:rPr lang="en-US" altLang="ko-KR" sz="2400" b="1" dirty="0">
                <a:solidFill>
                  <a:srgbClr val="FF5722"/>
                </a:solidFill>
                <a:latin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4B400A-CF08-C829-B2D6-FE7BA912C4B7}"/>
              </a:ext>
            </a:extLst>
          </p:cNvPr>
          <p:cNvSpPr txBox="1"/>
          <p:nvPr/>
        </p:nvSpPr>
        <p:spPr>
          <a:xfrm>
            <a:off x="7134224" y="428179"/>
            <a:ext cx="505777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nonblocking</a:t>
            </a:r>
            <a:endParaRPr lang="en-US" altLang="ko-KR" sz="1200" dirty="0">
              <a:solidFill>
                <a:srgbClr val="0033B3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r>
              <a:rPr lang="en-US" altLang="ko-KR" sz="12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 fun </a:t>
            </a:r>
            <a:r>
              <a:rPr lang="en-US" altLang="ko-KR" sz="12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():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Unit 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2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runBlocking</a:t>
            </a:r>
            <a:r>
              <a:rPr lang="en-US" altLang="ko-KR" sz="12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launch </a:t>
            </a: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delay(</a:t>
            </a:r>
            <a:r>
              <a:rPr lang="en-US" altLang="ko-KR" sz="12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1000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2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"A"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launch </a:t>
            </a: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delay(</a:t>
            </a:r>
            <a:r>
              <a:rPr lang="en-US" altLang="ko-KR" sz="12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500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2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"B"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  <a:p>
            <a:pPr>
              <a:buNone/>
            </a:pPr>
            <a:endParaRPr lang="en-US" altLang="ko-KR" sz="1200" b="1" dirty="0">
              <a:solidFill>
                <a:srgbClr val="080808"/>
              </a:solidFill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buNone/>
            </a:pPr>
            <a:r>
              <a:rPr lang="en-US" altLang="ko-KR" sz="12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blocking</a:t>
            </a:r>
            <a:br>
              <a:rPr lang="en-US" altLang="ko-KR" sz="12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 fun </a:t>
            </a:r>
            <a:r>
              <a:rPr lang="en-US" altLang="ko-KR" sz="12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():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Unit 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2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runBlocking</a:t>
            </a:r>
            <a:r>
              <a:rPr lang="en-US" altLang="ko-KR" sz="12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launch </a:t>
            </a: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delay(</a:t>
            </a:r>
            <a:r>
              <a:rPr lang="en-US" altLang="ko-KR" sz="12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1000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2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"A"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launch </a:t>
            </a: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delay(</a:t>
            </a:r>
            <a:r>
              <a:rPr lang="en-US" altLang="ko-KR" sz="12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500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2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CPU </a:t>
            </a:r>
            <a:r>
              <a:rPr lang="ko-KR" altLang="en-US" sz="12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오래 점유하는 작업</a:t>
            </a:r>
            <a:br>
              <a:rPr lang="ko-KR" altLang="en-US" sz="12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ko-KR" altLang="en-US" sz="12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2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2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start 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System</a:t>
            </a:r>
            <a:r>
              <a:rPr lang="en-US" altLang="ko-KR" sz="12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.currentTimeMillis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2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while 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System</a:t>
            </a:r>
            <a:r>
              <a:rPr lang="en-US" altLang="ko-KR" sz="12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.currentTimeMillis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-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start 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 </a:t>
            </a:r>
            <a:r>
              <a:rPr lang="en-US" altLang="ko-KR" sz="12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2000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</a:t>
            </a:r>
            <a:r>
              <a:rPr lang="en-US" altLang="ko-KR" sz="12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busy loop (2</a:t>
            </a:r>
            <a:r>
              <a:rPr lang="ko-KR" altLang="en-US" sz="12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초</a:t>
            </a:r>
            <a:r>
              <a:rPr lang="en-US" altLang="ko-KR" sz="12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2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2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"B"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en-US" altLang="ko-KR" sz="1200" dirty="0">
              <a:solidFill>
                <a:srgbClr val="080808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4162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F3E35-6479-2729-E04C-070F383C3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616BBC-5672-47CF-1BEF-ED211B19E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스레드와 </a:t>
            </a:r>
            <a:r>
              <a:rPr lang="ko-KR" altLang="en-US" dirty="0" err="1">
                <a:latin typeface="+mn-ea"/>
              </a:rPr>
              <a:t>코루틴</a:t>
            </a:r>
            <a:r>
              <a:rPr lang="ko-KR" altLang="en-US" dirty="0">
                <a:latin typeface="+mn-ea"/>
              </a:rPr>
              <a:t> 비교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4D7B8-90A7-F3BC-E4E6-CFD4CA8E8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419725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ko-KR" altLang="en-US" sz="3200" b="1" dirty="0">
                <a:latin typeface="+mn-ea"/>
              </a:rPr>
              <a:t> </a:t>
            </a:r>
            <a:r>
              <a:rPr lang="ko-KR" altLang="en-US" sz="3200" b="1" dirty="0" err="1">
                <a:latin typeface="+mn-ea"/>
              </a:rPr>
              <a:t>스레드란</a:t>
            </a:r>
            <a:r>
              <a:rPr lang="en-US" altLang="ko-KR" sz="3200" b="1" dirty="0">
                <a:latin typeface="+mn-ea"/>
              </a:rPr>
              <a:t>?</a:t>
            </a:r>
          </a:p>
          <a:p>
            <a:pPr>
              <a:lnSpc>
                <a:spcPct val="100000"/>
              </a:lnSpc>
            </a:pPr>
            <a:r>
              <a:rPr lang="ko-KR" altLang="en-US" sz="2400" dirty="0"/>
              <a:t>프로세스 내부에서 실행되는 작업 흐름</a:t>
            </a:r>
            <a:r>
              <a:rPr lang="en-US" altLang="ko-KR" sz="2400" dirty="0"/>
              <a:t>. </a:t>
            </a:r>
          </a:p>
          <a:p>
            <a:pPr>
              <a:lnSpc>
                <a:spcPct val="100000"/>
              </a:lnSpc>
            </a:pPr>
            <a:r>
              <a:rPr lang="en-US" altLang="ko-KR" sz="2400" dirty="0"/>
              <a:t>CPU </a:t>
            </a:r>
            <a:r>
              <a:rPr lang="ko-KR" altLang="en-US" sz="2400" dirty="0"/>
              <a:t>코어가 </a:t>
            </a:r>
            <a:r>
              <a:rPr lang="ko-KR" altLang="en-US" sz="2400" b="1" dirty="0">
                <a:solidFill>
                  <a:srgbClr val="FF5722"/>
                </a:solidFill>
              </a:rPr>
              <a:t>실제로 실행하는 최소 단위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  <a:r>
              <a:rPr lang="en-US" altLang="ko-KR" sz="2400" dirty="0"/>
              <a:t> </a:t>
            </a:r>
          </a:p>
          <a:p>
            <a:pPr>
              <a:lnSpc>
                <a:spcPct val="100000"/>
              </a:lnSpc>
            </a:pPr>
            <a:r>
              <a:rPr lang="ko-KR" altLang="en-US" sz="2400" dirty="0"/>
              <a:t>개별적인 스택 공간을 가짐</a:t>
            </a:r>
            <a:r>
              <a:rPr lang="en-US" altLang="ko-KR" sz="2400" dirty="0"/>
              <a:t>.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CPU</a:t>
            </a:r>
            <a:r>
              <a:rPr lang="ko-KR" altLang="en-US" sz="2400" dirty="0"/>
              <a:t>의 여러 코어에 작업을 분산시켜 현대적 시스템을 더 효율적으로 사용할 수 있게 해준다</a:t>
            </a:r>
            <a:r>
              <a:rPr lang="en-US" altLang="ko-KR" sz="2400" dirty="0"/>
              <a:t>.</a:t>
            </a:r>
          </a:p>
          <a:p>
            <a:pPr>
              <a:lnSpc>
                <a:spcPct val="100000"/>
              </a:lnSpc>
            </a:pPr>
            <a:endParaRPr lang="en-US" altLang="ko-KR" sz="2400" b="1" dirty="0">
              <a:solidFill>
                <a:srgbClr val="FF5722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5EB9EE9-1319-B1C2-5FDC-83FB8D39A16B}"/>
              </a:ext>
            </a:extLst>
          </p:cNvPr>
          <p:cNvGrpSpPr/>
          <p:nvPr/>
        </p:nvGrpSpPr>
        <p:grpSpPr>
          <a:xfrm>
            <a:off x="7375433" y="349367"/>
            <a:ext cx="3403787" cy="5867353"/>
            <a:chOff x="7375433" y="349367"/>
            <a:chExt cx="3403787" cy="5867353"/>
          </a:xfrm>
        </p:grpSpPr>
        <p:sp>
          <p:nvSpPr>
            <p:cNvPr id="15" name="Google Shape;174;p3">
              <a:extLst>
                <a:ext uri="{FF2B5EF4-FFF2-40B4-BE49-F238E27FC236}">
                  <a16:creationId xmlns:a16="http://schemas.microsoft.com/office/drawing/2014/main" id="{5CC5AD13-0F21-BBA7-4880-105105C16AB9}"/>
                </a:ext>
              </a:extLst>
            </p:cNvPr>
            <p:cNvSpPr/>
            <p:nvPr/>
          </p:nvSpPr>
          <p:spPr>
            <a:xfrm>
              <a:off x="7375433" y="2035140"/>
              <a:ext cx="3403787" cy="2787720"/>
            </a:xfrm>
            <a:prstGeom prst="roundRect">
              <a:avLst>
                <a:gd name="adj" fmla="val 9525"/>
              </a:avLst>
            </a:prstGeom>
            <a:solidFill>
              <a:srgbClr val="0070C0"/>
            </a:solidFill>
            <a:ln w="19050" cap="flat" cmpd="sng">
              <a:noFill/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b="1" i="0" u="none" strike="noStrike" cap="none" dirty="0">
                <a:solidFill>
                  <a:schemeClr val="lt1"/>
                </a:solidFill>
                <a:latin typeface="+mn-ea"/>
                <a:cs typeface="Malgun Gothic"/>
                <a:sym typeface="Malgun Gothic"/>
              </a:endParaRPr>
            </a:p>
          </p:txBody>
        </p:sp>
        <p:sp>
          <p:nvSpPr>
            <p:cNvPr id="17" name="Google Shape;215;p3">
              <a:extLst>
                <a:ext uri="{FF2B5EF4-FFF2-40B4-BE49-F238E27FC236}">
                  <a16:creationId xmlns:a16="http://schemas.microsoft.com/office/drawing/2014/main" id="{F3274A9F-2098-D35E-C83E-C5E7CFC67529}"/>
                </a:ext>
              </a:extLst>
            </p:cNvPr>
            <p:cNvSpPr txBox="1"/>
            <p:nvPr/>
          </p:nvSpPr>
          <p:spPr>
            <a:xfrm>
              <a:off x="8611992" y="349367"/>
              <a:ext cx="930667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>
                  <a:solidFill>
                    <a:srgbClr val="000000"/>
                  </a:solidFill>
                  <a:latin typeface="+mn-ea"/>
                  <a:cs typeface="Arial"/>
                  <a:sym typeface="Arial"/>
                </a:rPr>
                <a:t>Process</a:t>
              </a:r>
              <a:endParaRPr sz="1400" b="1" i="0" u="none" strike="noStrike" cap="none" dirty="0">
                <a:solidFill>
                  <a:srgbClr val="000000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18" name="Google Shape;215;p3">
              <a:extLst>
                <a:ext uri="{FF2B5EF4-FFF2-40B4-BE49-F238E27FC236}">
                  <a16:creationId xmlns:a16="http://schemas.microsoft.com/office/drawing/2014/main" id="{3AC6EA3F-6B25-99F6-2D71-761328915DC6}"/>
                </a:ext>
              </a:extLst>
            </p:cNvPr>
            <p:cNvSpPr txBox="1"/>
            <p:nvPr/>
          </p:nvSpPr>
          <p:spPr>
            <a:xfrm>
              <a:off x="8611992" y="485653"/>
              <a:ext cx="930667" cy="13849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0000"/>
                  </a:solidFill>
                  <a:latin typeface="+mn-ea"/>
                  <a:cs typeface="Arial"/>
                  <a:sym typeface="Arial"/>
                </a:rPr>
                <a:t>.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000000"/>
                  </a:solidFill>
                  <a:latin typeface="+mn-ea"/>
                  <a:cs typeface="Arial"/>
                  <a:sym typeface="Arial"/>
                </a:rPr>
                <a:t>.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0000"/>
                  </a:solidFill>
                  <a:latin typeface="+mn-ea"/>
                  <a:cs typeface="Arial"/>
                  <a:sym typeface="Arial"/>
                </a:rPr>
                <a:t>.</a:t>
              </a:r>
              <a:endParaRPr lang="en-US" sz="2800" b="1" dirty="0">
                <a:solidFill>
                  <a:srgbClr val="000000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19" name="Google Shape;215;p3">
              <a:extLst>
                <a:ext uri="{FF2B5EF4-FFF2-40B4-BE49-F238E27FC236}">
                  <a16:creationId xmlns:a16="http://schemas.microsoft.com/office/drawing/2014/main" id="{28C2E32F-E066-62DC-EDB2-03AAF3026ADB}"/>
                </a:ext>
              </a:extLst>
            </p:cNvPr>
            <p:cNvSpPr txBox="1"/>
            <p:nvPr/>
          </p:nvSpPr>
          <p:spPr>
            <a:xfrm>
              <a:off x="8611991" y="4805799"/>
              <a:ext cx="930667" cy="13849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0000"/>
                  </a:solidFill>
                  <a:latin typeface="+mn-ea"/>
                  <a:cs typeface="Arial"/>
                  <a:sym typeface="Arial"/>
                </a:rPr>
                <a:t>.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dirty="0">
                  <a:solidFill>
                    <a:srgbClr val="000000"/>
                  </a:solidFill>
                  <a:latin typeface="+mn-ea"/>
                  <a:cs typeface="Arial"/>
                  <a:sym typeface="Arial"/>
                </a:rPr>
                <a:t>.</a:t>
              </a: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000000"/>
                  </a:solidFill>
                  <a:latin typeface="+mn-ea"/>
                  <a:cs typeface="Arial"/>
                  <a:sym typeface="Arial"/>
                </a:rPr>
                <a:t>.</a:t>
              </a:r>
              <a:endParaRPr lang="en-US" sz="2800" b="1" dirty="0">
                <a:solidFill>
                  <a:srgbClr val="000000"/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20" name="Google Shape;215;p3">
              <a:extLst>
                <a:ext uri="{FF2B5EF4-FFF2-40B4-BE49-F238E27FC236}">
                  <a16:creationId xmlns:a16="http://schemas.microsoft.com/office/drawing/2014/main" id="{3BE1DEB2-339B-45C7-5E52-F04CA7C9FECD}"/>
                </a:ext>
              </a:extLst>
            </p:cNvPr>
            <p:cNvSpPr txBox="1"/>
            <p:nvPr/>
          </p:nvSpPr>
          <p:spPr>
            <a:xfrm>
              <a:off x="8611990" y="1770431"/>
              <a:ext cx="930667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 dirty="0">
                  <a:solidFill>
                    <a:srgbClr val="000000"/>
                  </a:solidFill>
                  <a:latin typeface="+mn-ea"/>
                  <a:cs typeface="Arial"/>
                  <a:sym typeface="Arial"/>
                </a:rPr>
                <a:t>Thread</a:t>
              </a:r>
            </a:p>
          </p:txBody>
        </p:sp>
        <p:sp>
          <p:nvSpPr>
            <p:cNvPr id="25" name="Google Shape;174;p3">
              <a:extLst>
                <a:ext uri="{FF2B5EF4-FFF2-40B4-BE49-F238E27FC236}">
                  <a16:creationId xmlns:a16="http://schemas.microsoft.com/office/drawing/2014/main" id="{2540CCDB-8AAE-E80D-48FF-4FAA12CD39B0}"/>
                </a:ext>
              </a:extLst>
            </p:cNvPr>
            <p:cNvSpPr/>
            <p:nvPr/>
          </p:nvSpPr>
          <p:spPr>
            <a:xfrm>
              <a:off x="7751443" y="2213437"/>
              <a:ext cx="2651760" cy="1080590"/>
            </a:xfrm>
            <a:prstGeom prst="roundRect">
              <a:avLst>
                <a:gd name="adj" fmla="val 9525"/>
              </a:avLst>
            </a:prstGeom>
            <a:solidFill>
              <a:schemeClr val="accent1">
                <a:lumMod val="50000"/>
              </a:schemeClr>
            </a:solidFill>
            <a:ln w="19050" cap="flat" cmpd="sng">
              <a:noFill/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lt1"/>
                  </a:solidFill>
                  <a:latin typeface="+mn-ea"/>
                  <a:cs typeface="Malgun Gothic"/>
                  <a:sym typeface="Malgun Gothic"/>
                </a:rPr>
                <a:t>Coroutine 1</a:t>
              </a:r>
              <a:endParaRPr lang="en-US" b="1" i="0" u="none" strike="noStrike" cap="none" dirty="0">
                <a:solidFill>
                  <a:schemeClr val="lt1"/>
                </a:solidFill>
                <a:latin typeface="+mn-ea"/>
                <a:cs typeface="Malgun Gothic"/>
                <a:sym typeface="Malgun Gothic"/>
              </a:endParaRPr>
            </a:p>
          </p:txBody>
        </p:sp>
        <p:sp>
          <p:nvSpPr>
            <p:cNvPr id="16" name="Google Shape;174;p3">
              <a:extLst>
                <a:ext uri="{FF2B5EF4-FFF2-40B4-BE49-F238E27FC236}">
                  <a16:creationId xmlns:a16="http://schemas.microsoft.com/office/drawing/2014/main" id="{9BE27A71-7380-1209-5273-24913F06DB82}"/>
                </a:ext>
              </a:extLst>
            </p:cNvPr>
            <p:cNvSpPr/>
            <p:nvPr/>
          </p:nvSpPr>
          <p:spPr>
            <a:xfrm>
              <a:off x="7375433" y="641280"/>
              <a:ext cx="3403787" cy="5575440"/>
            </a:xfrm>
            <a:prstGeom prst="roundRect">
              <a:avLst>
                <a:gd name="adj" fmla="val 7407"/>
              </a:avLst>
            </a:prstGeom>
            <a:noFill/>
            <a:ln w="19050" cap="flat" cmpd="sng">
              <a:solidFill>
                <a:srgbClr val="000000"/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 i="0" u="none" strike="noStrike" cap="none">
                <a:solidFill>
                  <a:schemeClr val="lt1"/>
                </a:solidFill>
                <a:latin typeface="+mn-ea"/>
                <a:cs typeface="Malgun Gothic"/>
                <a:sym typeface="Malgun Gothic"/>
              </a:endParaRPr>
            </a:p>
          </p:txBody>
        </p:sp>
        <p:sp>
          <p:nvSpPr>
            <p:cNvPr id="26" name="Google Shape;174;p3">
              <a:extLst>
                <a:ext uri="{FF2B5EF4-FFF2-40B4-BE49-F238E27FC236}">
                  <a16:creationId xmlns:a16="http://schemas.microsoft.com/office/drawing/2014/main" id="{D657A2BC-8C05-3E8E-F493-14C6A8DAF7E5}"/>
                </a:ext>
              </a:extLst>
            </p:cNvPr>
            <p:cNvSpPr/>
            <p:nvPr/>
          </p:nvSpPr>
          <p:spPr>
            <a:xfrm>
              <a:off x="7751443" y="3514655"/>
              <a:ext cx="2651760" cy="1080590"/>
            </a:xfrm>
            <a:prstGeom prst="roundRect">
              <a:avLst>
                <a:gd name="adj" fmla="val 9525"/>
              </a:avLst>
            </a:prstGeom>
            <a:solidFill>
              <a:schemeClr val="accent1">
                <a:lumMod val="50000"/>
              </a:schemeClr>
            </a:solidFill>
            <a:ln w="19050" cap="flat" cmpd="sng">
              <a:noFill/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lt1"/>
                  </a:solidFill>
                  <a:latin typeface="+mn-ea"/>
                  <a:cs typeface="Malgun Gothic"/>
                  <a:sym typeface="Malgun Gothic"/>
                </a:rPr>
                <a:t>Coroutine 2</a:t>
              </a:r>
              <a:endParaRPr lang="en-US" b="1" i="0" u="none" strike="noStrike" cap="none" dirty="0">
                <a:solidFill>
                  <a:schemeClr val="lt1"/>
                </a:solidFill>
                <a:latin typeface="+mn-ea"/>
                <a:cs typeface="Malgun Gothic"/>
                <a:sym typeface="Malgun Gothi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1087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0D6BB-15B7-8D56-A6FE-EBC6F685B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4F44B-26FB-25B0-28BC-36F8E5538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스레드와 </a:t>
            </a:r>
            <a:r>
              <a:rPr lang="ko-KR" altLang="en-US" dirty="0" err="1">
                <a:latin typeface="+mn-ea"/>
              </a:rPr>
              <a:t>코루틴</a:t>
            </a:r>
            <a:r>
              <a:rPr lang="ko-KR" altLang="en-US" dirty="0">
                <a:latin typeface="+mn-ea"/>
              </a:rPr>
              <a:t> 비교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4ACD90-1C1B-B141-A2D0-B27D29CBC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419725" cy="494665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ko-KR" altLang="en-US" sz="3200" b="1" dirty="0">
                <a:latin typeface="+mn-ea"/>
              </a:rPr>
              <a:t> 스레드 </a:t>
            </a:r>
            <a:r>
              <a:rPr lang="en-US" altLang="ko-KR" sz="3200" b="1" dirty="0">
                <a:latin typeface="+mn-ea"/>
              </a:rPr>
              <a:t>vs </a:t>
            </a:r>
            <a:r>
              <a:rPr lang="ko-KR" altLang="en-US" sz="3200" b="1" dirty="0" err="1">
                <a:latin typeface="+mn-ea"/>
              </a:rPr>
              <a:t>코루틴</a:t>
            </a:r>
            <a:endParaRPr lang="ko-KR" altLang="en-US" sz="3200" b="1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ko-KR" altLang="en-US" sz="2400" dirty="0"/>
              <a:t>스레드</a:t>
            </a:r>
            <a:endParaRPr lang="en-US" altLang="ko-KR" sz="2400" dirty="0"/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시스템 스레드를 생성하고 관리하는 것은 비용이 많이 든다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스레드가 어떤 작업이 완료되길 기다리는 동안에는 </a:t>
            </a:r>
            <a:r>
              <a:rPr lang="ko-KR" altLang="en-US" sz="2000" dirty="0" err="1"/>
              <a:t>블록된다</a:t>
            </a:r>
            <a:r>
              <a:rPr lang="en-US" altLang="ko-KR" sz="2000" dirty="0"/>
              <a:t>.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스레드는 기본적으로 독립적인 프로세스로 존재하기 때문에 작업을 관리하고 조정하는 데 어려움이 있을 수 있다</a:t>
            </a:r>
            <a:r>
              <a:rPr lang="en-US" altLang="ko-KR" sz="2000" dirty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 err="1"/>
              <a:t>코루틴</a:t>
            </a:r>
            <a:r>
              <a:rPr lang="en-US" altLang="ko-KR" sz="2400" dirty="0"/>
              <a:t>: </a:t>
            </a:r>
            <a:r>
              <a:rPr lang="ko-KR" altLang="en-US" sz="2400" b="1" dirty="0">
                <a:solidFill>
                  <a:srgbClr val="FF5722"/>
                </a:solidFill>
              </a:rPr>
              <a:t>스레드에 대한 대안</a:t>
            </a:r>
            <a:endParaRPr lang="en-US" altLang="ko-KR" sz="2400" b="1" dirty="0">
              <a:solidFill>
                <a:srgbClr val="FF5722"/>
              </a:solidFill>
            </a:endParaRPr>
          </a:p>
        </p:txBody>
      </p:sp>
      <p:pic>
        <p:nvPicPr>
          <p:cNvPr id="2050" name="Picture 2" descr="スメハラのイラスト | かわいいフリー素材集 いらすとや">
            <a:extLst>
              <a:ext uri="{FF2B5EF4-FFF2-40B4-BE49-F238E27FC236}">
                <a16:creationId xmlns:a16="http://schemas.microsoft.com/office/drawing/2014/main" id="{3B10E583-B7A3-E235-ED41-A36CEF2C6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337" y="1524000"/>
            <a:ext cx="5097976" cy="4390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15;p3">
            <a:extLst>
              <a:ext uri="{FF2B5EF4-FFF2-40B4-BE49-F238E27FC236}">
                <a16:creationId xmlns:a16="http://schemas.microsoft.com/office/drawing/2014/main" id="{2548B05F-1E1B-D240-1712-CFF3E8305F10}"/>
              </a:ext>
            </a:extLst>
          </p:cNvPr>
          <p:cNvSpPr txBox="1"/>
          <p:nvPr/>
        </p:nvSpPr>
        <p:spPr>
          <a:xfrm>
            <a:off x="7354692" y="4778492"/>
            <a:ext cx="93066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+mn-ea"/>
                <a:cs typeface="Arial"/>
                <a:sym typeface="Arial"/>
              </a:rPr>
              <a:t>Thread</a:t>
            </a:r>
            <a:endParaRPr sz="1400" b="1" i="0" u="none" strike="noStrike" cap="none" dirty="0">
              <a:solidFill>
                <a:srgbClr val="000000"/>
              </a:solidFill>
              <a:latin typeface="+mn-ea"/>
              <a:cs typeface="Arial"/>
              <a:sym typeface="Arial"/>
            </a:endParaRPr>
          </a:p>
        </p:txBody>
      </p:sp>
      <p:sp>
        <p:nvSpPr>
          <p:cNvPr id="8" name="Google Shape;215;p3">
            <a:extLst>
              <a:ext uri="{FF2B5EF4-FFF2-40B4-BE49-F238E27FC236}">
                <a16:creationId xmlns:a16="http://schemas.microsoft.com/office/drawing/2014/main" id="{9B90FAB7-68BD-F026-3128-8A71643341A9}"/>
              </a:ext>
            </a:extLst>
          </p:cNvPr>
          <p:cNvSpPr txBox="1"/>
          <p:nvPr/>
        </p:nvSpPr>
        <p:spPr>
          <a:xfrm>
            <a:off x="9793092" y="4778492"/>
            <a:ext cx="104868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+mn-ea"/>
                <a:cs typeface="Arial"/>
                <a:sym typeface="Arial"/>
              </a:rPr>
              <a:t>Coroutine</a:t>
            </a:r>
            <a:endParaRPr sz="1400" b="1" i="0" u="none" strike="noStrike" cap="none" dirty="0">
              <a:solidFill>
                <a:srgbClr val="000000"/>
              </a:solidFill>
              <a:latin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3158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C4BC5-A087-AFC6-6106-66A8207A7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4E4A80-01A4-0F64-0F13-BC3098B8C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일시 중단</a:t>
            </a:r>
            <a:r>
              <a:rPr lang="en-US" altLang="ko-KR" dirty="0"/>
              <a:t> </a:t>
            </a:r>
            <a:r>
              <a:rPr lang="ko-KR" altLang="en-US" dirty="0"/>
              <a:t>함수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B09648-4220-6F00-E64B-35196C9AB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031659" cy="494665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ko-KR" altLang="en-US" sz="3200" b="1" dirty="0">
                <a:latin typeface="+mn-ea"/>
              </a:rPr>
              <a:t> 일시 중단의 필요성</a:t>
            </a:r>
          </a:p>
          <a:p>
            <a:pPr>
              <a:lnSpc>
                <a:spcPct val="100000"/>
              </a:lnSpc>
            </a:pPr>
            <a:r>
              <a:rPr lang="ko-KR" altLang="en-US" sz="2400" dirty="0"/>
              <a:t>스레드를 </a:t>
            </a:r>
            <a:r>
              <a:rPr lang="ko-KR" altLang="en-US" sz="2400" dirty="0" err="1"/>
              <a:t>블록하는</a:t>
            </a:r>
            <a:r>
              <a:rPr lang="ko-KR" altLang="en-US" sz="2400" dirty="0"/>
              <a:t> 것은 바람직하지 않다</a:t>
            </a:r>
            <a:r>
              <a:rPr lang="en-US" altLang="ko-KR" sz="2400" dirty="0"/>
              <a:t>. </a:t>
            </a:r>
            <a:r>
              <a:rPr lang="ko-KR" altLang="en-US" sz="2400" dirty="0" err="1"/>
              <a:t>블록된</a:t>
            </a:r>
            <a:r>
              <a:rPr lang="ko-KR" altLang="en-US" sz="2400" dirty="0"/>
              <a:t> 스레드는 자원을 낭비하며</a:t>
            </a:r>
            <a:r>
              <a:rPr lang="en-US" altLang="ko-KR" sz="2400" dirty="0"/>
              <a:t>, </a:t>
            </a:r>
            <a:r>
              <a:rPr lang="ko-KR" altLang="en-US" sz="2400" dirty="0"/>
              <a:t>현대적 시스템이 처리할 수 있는 시스템 스레드의 수는 수천 개에 불과하다</a:t>
            </a:r>
            <a:r>
              <a:rPr lang="en-US" altLang="ko-KR" sz="2400" dirty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사용자 인터페이스가 있다면 동시성을 사용하지 않고 작업이 완료될 때까지 전체 사용자 인터페이스가 멈추게 될 것이다</a:t>
            </a:r>
            <a:r>
              <a:rPr lang="en-US" altLang="ko-KR" sz="2400" dirty="0">
                <a:solidFill>
                  <a:srgbClr val="000000"/>
                </a:solidFill>
              </a:rPr>
              <a:t>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7FF4D7-DD13-6EA3-32DE-9D691E9E99EA}"/>
              </a:ext>
            </a:extLst>
          </p:cNvPr>
          <p:cNvSpPr txBox="1"/>
          <p:nvPr/>
        </p:nvSpPr>
        <p:spPr>
          <a:xfrm>
            <a:off x="5869858" y="1228398"/>
            <a:ext cx="632214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 </a:t>
            </a:r>
            <a:r>
              <a:rPr lang="en-US" altLang="ko-KR" sz="20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login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credentials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Credentials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): </a:t>
            </a:r>
            <a:r>
              <a:rPr lang="en-US" altLang="ko-KR" sz="20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b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 </a:t>
            </a:r>
            <a:r>
              <a:rPr lang="en-US" altLang="ko-KR" sz="2000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loadUserData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20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20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): </a:t>
            </a:r>
            <a:r>
              <a:rPr lang="en-US" altLang="ko-KR" sz="20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UserData</a:t>
            </a:r>
            <a:b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 </a:t>
            </a:r>
            <a:r>
              <a:rPr lang="en-US" altLang="ko-KR" sz="2000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showData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data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20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UserData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 </a:t>
            </a:r>
            <a:r>
              <a:rPr lang="en-US" altLang="ko-KR" sz="2000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showUserInfo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credentials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Credentials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b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호출 시 네트워크 통신으로 대기</a:t>
            </a:r>
            <a:r>
              <a:rPr lang="en-US" altLang="ko-KR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...</a:t>
            </a:r>
            <a:br>
              <a:rPr lang="en-US" altLang="ko-KR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20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20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20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login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credentials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b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호출 시 네트워크 통신으로 대기</a:t>
            </a:r>
            <a:r>
              <a:rPr lang="en-US" altLang="ko-KR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...</a:t>
            </a:r>
            <a:br>
              <a:rPr lang="en-US" altLang="ko-KR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20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20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20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userData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20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loadUserData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20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b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20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showData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20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userData</a:t>
            </a: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0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9751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CCDB1-A2BD-ECC6-237B-D0FA65A44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D4C55C-5FF5-171C-7C08-52F3CCFBC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일시 중단</a:t>
            </a:r>
            <a:r>
              <a:rPr lang="en-US" altLang="ko-KR" dirty="0"/>
              <a:t> </a:t>
            </a:r>
            <a:r>
              <a:rPr lang="ko-KR" altLang="en-US" dirty="0"/>
              <a:t>함수</a:t>
            </a:r>
            <a:endParaRPr lang="en-US" altLang="ko-KR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9267CD-1CE4-B1CD-9EAE-2F9988F7F2DE}"/>
              </a:ext>
            </a:extLst>
          </p:cNvPr>
          <p:cNvSpPr txBox="1"/>
          <p:nvPr/>
        </p:nvSpPr>
        <p:spPr>
          <a:xfrm>
            <a:off x="7406918" y="365125"/>
            <a:ext cx="3340817" cy="6324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9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suspend fun </a:t>
            </a:r>
            <a:r>
              <a:rPr lang="en-US" altLang="ko-KR" sz="9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login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credentials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Credentials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): </a:t>
            </a:r>
            <a:r>
              <a:rPr lang="en-US" altLang="ko-KR" sz="9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로그인 요청 대기중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.."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delay(</a:t>
            </a:r>
            <a:r>
              <a:rPr lang="en-US" altLang="ko-KR" sz="9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1000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로그인 완료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return </a:t>
            </a:r>
            <a:r>
              <a:rPr lang="en-US" altLang="ko-KR" sz="9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suspend fun </a:t>
            </a:r>
            <a:r>
              <a:rPr lang="en-US" altLang="ko-KR" sz="900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loadUserData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9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): </a:t>
            </a:r>
            <a:r>
              <a:rPr lang="en-US" altLang="ko-KR" sz="9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UserData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유저 데이터 불러오는 중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.."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delay(</a:t>
            </a:r>
            <a:r>
              <a:rPr lang="en-US" altLang="ko-KR" sz="9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1000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유저 데이터 도착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return </a:t>
            </a:r>
            <a:r>
              <a:rPr lang="en-US" altLang="ko-KR" sz="9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UserData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suspend fun </a:t>
            </a:r>
            <a:r>
              <a:rPr lang="en-US" altLang="ko-KR" sz="900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showData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data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9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UserData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유저 데이터 보여주는 중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.."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delay(</a:t>
            </a:r>
            <a:r>
              <a:rPr lang="en-US" altLang="ko-KR" sz="9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1500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유저 데이터 보여주기 끝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suspend fun </a:t>
            </a:r>
            <a:r>
              <a:rPr lang="en-US" altLang="ko-KR" sz="900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showUserInfo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credentials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Credentials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"UI </a:t>
            </a:r>
            <a:r>
              <a:rPr lang="ko-KR" altLang="en-US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그리는 중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.."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9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login(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credentials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9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userData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9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loadUserData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showData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userData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"UI </a:t>
            </a:r>
            <a:r>
              <a:rPr lang="ko-KR" altLang="en-US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그리기 끝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 fun </a:t>
            </a:r>
            <a:r>
              <a:rPr lang="en-US" altLang="ko-KR" sz="9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(): 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Unit 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9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runBlocking</a:t>
            </a:r>
            <a:r>
              <a:rPr lang="en-US" altLang="ko-KR" sz="9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launch </a:t>
            </a:r>
            <a: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9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9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9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9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showUserInfo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(Credentials())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launch </a:t>
            </a:r>
            <a: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9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숫자 계산 중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.."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delay(</a:t>
            </a:r>
            <a:r>
              <a:rPr lang="en-US" altLang="ko-KR" sz="9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500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9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숫자 계산 끝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launch </a:t>
            </a:r>
            <a: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9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빈둥거리는 중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.."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delay(</a:t>
            </a:r>
            <a:r>
              <a:rPr lang="en-US" altLang="ko-KR" sz="9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1500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9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빈둥거리기 끝</a:t>
            </a:r>
            <a:r>
              <a:rPr lang="en-US" altLang="ko-KR" sz="9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9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ko-KR" altLang="en-US" sz="900" dirty="0">
              <a:solidFill>
                <a:srgbClr val="080808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98A8AA8-88D8-0F29-76FF-8D261862FF8D}"/>
              </a:ext>
            </a:extLst>
          </p:cNvPr>
          <p:cNvSpPr txBox="1">
            <a:spLocks/>
          </p:cNvSpPr>
          <p:nvPr/>
        </p:nvSpPr>
        <p:spPr>
          <a:xfrm>
            <a:off x="838199" y="1825624"/>
            <a:ext cx="5743576" cy="4946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21212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21212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1212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1212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1212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ko-KR" altLang="en-US" sz="3200" b="1">
                <a:latin typeface="+mn-ea"/>
              </a:rPr>
              <a:t> </a:t>
            </a:r>
            <a:r>
              <a:rPr lang="en-US" altLang="ko-KR" sz="3200" b="1">
                <a:latin typeface="+mn-ea"/>
              </a:rPr>
              <a:t>suspend </a:t>
            </a:r>
            <a:r>
              <a:rPr lang="ko-KR" altLang="en-US" sz="3200" b="1">
                <a:latin typeface="+mn-ea"/>
              </a:rPr>
              <a:t>키워드</a:t>
            </a:r>
          </a:p>
          <a:p>
            <a:pPr>
              <a:lnSpc>
                <a:spcPct val="100000"/>
              </a:lnSpc>
            </a:pPr>
            <a:r>
              <a:rPr lang="en-US" altLang="ko-KR" sz="2400"/>
              <a:t>suspend </a:t>
            </a:r>
            <a:r>
              <a:rPr lang="ko-KR" altLang="en-US" sz="2400"/>
              <a:t>키워드를 붙인 것은 </a:t>
            </a:r>
            <a:r>
              <a:rPr lang="ko-KR" altLang="en-US" sz="2400" b="1">
                <a:solidFill>
                  <a:srgbClr val="FF5722"/>
                </a:solidFill>
              </a:rPr>
              <a:t>함수가 실행을 잠시 멈출 수도 있다</a:t>
            </a:r>
            <a:r>
              <a:rPr lang="ko-KR" altLang="en-US" sz="2400"/>
              <a:t>는 뜻</a:t>
            </a:r>
            <a:r>
              <a:rPr lang="en-US" altLang="ko-KR" sz="240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b="1">
                <a:solidFill>
                  <a:srgbClr val="FF5722"/>
                </a:solidFill>
              </a:rPr>
              <a:t>일시 중단된 사이에 스레드는 다른 작업을 진행할 수 있다</a:t>
            </a:r>
            <a:r>
              <a:rPr lang="en-US" altLang="ko-KR" sz="2400" b="1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>
                <a:solidFill>
                  <a:srgbClr val="000000"/>
                </a:solidFill>
              </a:rPr>
              <a:t>이 함수를 호출해도 </a:t>
            </a:r>
            <a:r>
              <a:rPr lang="en-US" altLang="ko-KR" sz="2400">
                <a:solidFill>
                  <a:srgbClr val="000000"/>
                </a:solidFill>
              </a:rPr>
              <a:t>UI</a:t>
            </a:r>
            <a:r>
              <a:rPr lang="ko-KR" altLang="en-US" sz="2400">
                <a:solidFill>
                  <a:srgbClr val="000000"/>
                </a:solidFill>
              </a:rPr>
              <a:t>가 멈추지 않는다</a:t>
            </a:r>
            <a:r>
              <a:rPr lang="en-US" altLang="ko-KR" sz="2400">
                <a:solidFill>
                  <a:srgbClr val="000000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>
                <a:solidFill>
                  <a:srgbClr val="000000"/>
                </a:solidFill>
              </a:rPr>
              <a:t>일시 중단 함수는 실행을 일시 중단할 수 있는 코드 블록 안에서만 호출할 수 있다</a:t>
            </a:r>
            <a:r>
              <a:rPr lang="en-US" altLang="ko-KR" sz="2400">
                <a:solidFill>
                  <a:srgbClr val="000000"/>
                </a:solidFill>
              </a:rPr>
              <a:t>.</a:t>
            </a:r>
            <a:endParaRPr lang="en-US" altLang="ko-KR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496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87C28-FB35-722A-E4A9-ED5485017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6B6E33-1870-82B5-C2B1-E130D8B70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코루틴</a:t>
            </a:r>
            <a:r>
              <a:rPr lang="ko-KR" altLang="en-US" dirty="0"/>
              <a:t> </a:t>
            </a:r>
            <a:r>
              <a:rPr lang="ko-KR" altLang="en-US" dirty="0" err="1"/>
              <a:t>빌더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A719F3-4C6F-2B88-3FC1-EC4001616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743576" cy="494665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ko-KR" altLang="en-US" sz="3200" b="1" dirty="0">
                <a:latin typeface="+mn-ea"/>
              </a:rPr>
              <a:t> </a:t>
            </a:r>
            <a:r>
              <a:rPr lang="ko-KR" altLang="en-US" sz="3200" b="1" dirty="0" err="1">
                <a:latin typeface="+mn-ea"/>
              </a:rPr>
              <a:t>빌더란</a:t>
            </a:r>
            <a:r>
              <a:rPr lang="en-US" altLang="ko-KR" sz="3200" b="1" dirty="0">
                <a:latin typeface="+mn-ea"/>
              </a:rPr>
              <a:t>?</a:t>
            </a:r>
            <a:endParaRPr lang="ko-KR" altLang="en-US" sz="3200" b="1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ko-KR" altLang="en-US" sz="2400" b="1" dirty="0" err="1">
                <a:solidFill>
                  <a:srgbClr val="FF5722"/>
                </a:solidFill>
              </a:rPr>
              <a:t>코루틴을</a:t>
            </a:r>
            <a:r>
              <a:rPr lang="ko-KR" altLang="en-US" sz="2400" b="1" dirty="0">
                <a:solidFill>
                  <a:srgbClr val="FF5722"/>
                </a:solidFill>
              </a:rPr>
              <a:t> 생성하고 </a:t>
            </a:r>
            <a:r>
              <a:rPr lang="en-US" altLang="ko-KR" sz="2400" b="1" dirty="0">
                <a:solidFill>
                  <a:srgbClr val="FF5722"/>
                </a:solidFill>
              </a:rPr>
              <a:t>suspend </a:t>
            </a:r>
            <a:r>
              <a:rPr lang="ko-KR" altLang="en-US" sz="2400" b="1" dirty="0">
                <a:solidFill>
                  <a:srgbClr val="FF5722"/>
                </a:solidFill>
              </a:rPr>
              <a:t>함수를 실행시키는 </a:t>
            </a:r>
            <a:r>
              <a:rPr lang="ko-KR" altLang="en-US" sz="2400" b="1" dirty="0" err="1">
                <a:solidFill>
                  <a:srgbClr val="FF5722"/>
                </a:solidFill>
              </a:rPr>
              <a:t>스코프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/>
              <a:t>스레드와 비슷하지만 </a:t>
            </a:r>
            <a:r>
              <a:rPr lang="ko-KR" altLang="en-US" sz="2400" dirty="0" err="1"/>
              <a:t>코루틴은</a:t>
            </a:r>
            <a:r>
              <a:rPr lang="ko-KR" altLang="en-US" sz="2400" dirty="0"/>
              <a:t> 함수 실행을 일시 중단하는 데 필요한 메커니즘을 포함</a:t>
            </a:r>
            <a:r>
              <a:rPr lang="en-US" altLang="ko-KR" sz="2400" dirty="0"/>
              <a:t>.</a:t>
            </a:r>
            <a:endParaRPr lang="en-US" altLang="ko-KR" sz="2400" dirty="0">
              <a:solidFill>
                <a:srgbClr val="000000"/>
              </a:solidFill>
            </a:endParaRPr>
          </a:p>
        </p:txBody>
      </p:sp>
      <p:pic>
        <p:nvPicPr>
          <p:cNvPr id="4" name="Picture 2" descr="整備士の検索結果 | かわいいフリー素材集 いらすとや">
            <a:extLst>
              <a:ext uri="{FF2B5EF4-FFF2-40B4-BE49-F238E27FC236}">
                <a16:creationId xmlns:a16="http://schemas.microsoft.com/office/drawing/2014/main" id="{A0BA61D1-71DC-772B-02F3-93452994E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8463" y="1219200"/>
            <a:ext cx="4657725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909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ACFC6-95D7-0904-3BBB-891883C49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D607C-A41F-40B0-FFA7-707520269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코루틴</a:t>
            </a:r>
            <a:r>
              <a:rPr lang="ko-KR" altLang="en-US" dirty="0"/>
              <a:t> </a:t>
            </a:r>
            <a:r>
              <a:rPr lang="ko-KR" altLang="en-US" dirty="0" err="1"/>
              <a:t>빌더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28D35E-8FA3-4265-4462-7AC84BAEB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743576" cy="494665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ko-KR" altLang="en-US" sz="3200" b="1" dirty="0">
                <a:latin typeface="+mn-ea"/>
              </a:rPr>
              <a:t> </a:t>
            </a:r>
            <a:r>
              <a:rPr lang="en-US" altLang="ko-KR" sz="3200" b="1" dirty="0" err="1">
                <a:latin typeface="+mn-ea"/>
              </a:rPr>
              <a:t>runBIocking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2400" dirty="0" err="1"/>
              <a:t>runBlocking</a:t>
            </a:r>
            <a:r>
              <a:rPr lang="ko-KR" altLang="en-US" sz="2400" dirty="0"/>
              <a:t>을 사용할 때는 </a:t>
            </a:r>
            <a:r>
              <a:rPr lang="ko-KR" altLang="en-US" sz="2400" b="1" dirty="0">
                <a:solidFill>
                  <a:srgbClr val="FF5722"/>
                </a:solidFill>
              </a:rPr>
              <a:t>하나의 스레드를 블로킹한다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/>
              <a:t>이 </a:t>
            </a:r>
            <a:r>
              <a:rPr lang="ko-KR" altLang="en-US" sz="2400" dirty="0" err="1"/>
              <a:t>코루틴</a:t>
            </a:r>
            <a:r>
              <a:rPr lang="ko-KR" altLang="en-US" sz="2400" dirty="0"/>
              <a:t> 안에서는 </a:t>
            </a:r>
            <a:r>
              <a:rPr lang="ko-KR" altLang="en-US" sz="2400" b="1" dirty="0">
                <a:solidFill>
                  <a:srgbClr val="FF5722"/>
                </a:solidFill>
              </a:rPr>
              <a:t>추가적인 자식 </a:t>
            </a:r>
            <a:r>
              <a:rPr lang="ko-KR" altLang="en-US" sz="2400" b="1" dirty="0" err="1">
                <a:solidFill>
                  <a:srgbClr val="FF5722"/>
                </a:solidFill>
              </a:rPr>
              <a:t>코루틴을</a:t>
            </a:r>
            <a:r>
              <a:rPr lang="ko-KR" altLang="en-US" sz="2400" b="1" dirty="0">
                <a:solidFill>
                  <a:srgbClr val="FF5722"/>
                </a:solidFill>
              </a:rPr>
              <a:t> 얼마든지 시작할 수 있다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8C9961-1BD8-1FD9-2B7A-2541EAEF7DB2}"/>
              </a:ext>
            </a:extLst>
          </p:cNvPr>
          <p:cNvSpPr txBox="1"/>
          <p:nvPr/>
        </p:nvSpPr>
        <p:spPr>
          <a:xfrm>
            <a:off x="6806843" y="889844"/>
            <a:ext cx="478508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 fun </a:t>
            </a:r>
            <a:r>
              <a:rPr lang="en-US" altLang="ko-KR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(): </a:t>
            </a:r>
            <a:r>
              <a:rPr lang="en-US" altLang="ko-KR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Unit 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runBlocking</a:t>
            </a:r>
            <a:r>
              <a:rPr lang="en-US" altLang="ko-KR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launch </a:t>
            </a: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en-US" altLang="ko-KR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showUserInfo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(Credentials())</a:t>
            </a:r>
            <a:b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launch </a:t>
            </a: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숫자 계산 중</a:t>
            </a:r>
            <a:r>
              <a:rPr lang="en-US" altLang="ko-KR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.."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delay(</a:t>
            </a:r>
            <a:r>
              <a:rPr lang="en-US" altLang="ko-KR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500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숫자 계산 끝</a:t>
            </a:r>
            <a:r>
              <a:rPr lang="en-US" altLang="ko-KR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launch </a:t>
            </a: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빈둥거리는 중</a:t>
            </a:r>
            <a:r>
              <a:rPr lang="en-US" altLang="ko-KR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.."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delay(</a:t>
            </a:r>
            <a:r>
              <a:rPr lang="en-US" altLang="ko-KR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1500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빈둥거리기 끝</a:t>
            </a:r>
            <a:r>
              <a:rPr lang="en-US" altLang="ko-KR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ko-KR" altLang="en-US" dirty="0">
              <a:solidFill>
                <a:srgbClr val="080808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7067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E29C9-57BF-2E53-3F04-5AE2837F0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4A7B2-49EC-414B-BA6D-938674888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코루틴</a:t>
            </a:r>
            <a:r>
              <a:rPr lang="ko-KR" altLang="en-US" dirty="0"/>
              <a:t> </a:t>
            </a:r>
            <a:r>
              <a:rPr lang="ko-KR" altLang="en-US" dirty="0" err="1"/>
              <a:t>빌더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3927F2-8612-710B-8ADF-9CD50C73F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743576" cy="494665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ko-KR" altLang="en-US" sz="3200" b="1" dirty="0">
                <a:latin typeface="+mn-ea"/>
              </a:rPr>
              <a:t> </a:t>
            </a:r>
            <a:r>
              <a:rPr lang="en-US" altLang="ko-KR" sz="3200" b="1" dirty="0">
                <a:latin typeface="+mn-ea"/>
              </a:rPr>
              <a:t>launch</a:t>
            </a:r>
          </a:p>
          <a:p>
            <a:pPr>
              <a:lnSpc>
                <a:spcPct val="100000"/>
              </a:lnSpc>
            </a:pPr>
            <a:r>
              <a:rPr lang="en-US" altLang="ko-KR" sz="2400" dirty="0"/>
              <a:t>launch </a:t>
            </a:r>
            <a:r>
              <a:rPr lang="ko-KR" altLang="en-US" sz="2400" dirty="0"/>
              <a:t>함수는 </a:t>
            </a:r>
            <a:r>
              <a:rPr lang="ko-KR" altLang="en-US" sz="2400" b="1" dirty="0">
                <a:solidFill>
                  <a:srgbClr val="FF5722"/>
                </a:solidFill>
              </a:rPr>
              <a:t>새로운 자식 </a:t>
            </a:r>
            <a:r>
              <a:rPr lang="ko-KR" altLang="en-US" sz="2400" b="1" dirty="0" err="1">
                <a:solidFill>
                  <a:srgbClr val="FF5722"/>
                </a:solidFill>
              </a:rPr>
              <a:t>코루틴을</a:t>
            </a:r>
            <a:r>
              <a:rPr lang="ko-KR" altLang="en-US" sz="2400" b="1" dirty="0">
                <a:solidFill>
                  <a:srgbClr val="FF5722"/>
                </a:solidFill>
              </a:rPr>
              <a:t> 시작하는 데 쓰인다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어떤 코드를 실행하되 그 </a:t>
            </a:r>
            <a:r>
              <a:rPr lang="ko-KR" altLang="en-US" sz="2400" b="1" dirty="0" err="1">
                <a:solidFill>
                  <a:srgbClr val="FF5722"/>
                </a:solidFill>
              </a:rPr>
              <a:t>결괏값을</a:t>
            </a:r>
            <a:r>
              <a:rPr lang="ko-KR" altLang="en-US" sz="2400" b="1" dirty="0">
                <a:solidFill>
                  <a:srgbClr val="FF5722"/>
                </a:solidFill>
              </a:rPr>
              <a:t> 기다리지 않는 경우에 적합하다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2400" dirty="0"/>
              <a:t>launch </a:t>
            </a:r>
            <a:r>
              <a:rPr lang="ko-KR" altLang="en-US" sz="2400" dirty="0"/>
              <a:t>함수는 </a:t>
            </a:r>
            <a:r>
              <a:rPr lang="en-US" altLang="ko-KR" sz="2400" b="1" dirty="0">
                <a:solidFill>
                  <a:srgbClr val="FF5722"/>
                </a:solidFill>
              </a:rPr>
              <a:t>Job </a:t>
            </a:r>
            <a:r>
              <a:rPr lang="ko-KR" altLang="en-US" sz="2400" b="1" dirty="0">
                <a:solidFill>
                  <a:srgbClr val="FF5722"/>
                </a:solidFill>
              </a:rPr>
              <a:t>타입의 객체를 반환</a:t>
            </a:r>
            <a:r>
              <a:rPr lang="ko-KR" altLang="en-US" sz="2400" dirty="0"/>
              <a:t>한다</a:t>
            </a:r>
            <a:r>
              <a:rPr lang="en-US" altLang="ko-KR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Job: </a:t>
            </a:r>
            <a:r>
              <a:rPr lang="ko-KR" altLang="en-US" sz="2400" b="1" dirty="0" err="1">
                <a:solidFill>
                  <a:srgbClr val="FF5722"/>
                </a:solidFill>
              </a:rPr>
              <a:t>코루틴을</a:t>
            </a:r>
            <a:r>
              <a:rPr lang="ko-KR" altLang="en-US" sz="2400" b="1" dirty="0">
                <a:solidFill>
                  <a:srgbClr val="FF5722"/>
                </a:solidFill>
              </a:rPr>
              <a:t> 외부에서 조작할 수 있게 해주는 객체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C31302-44A6-037B-D6BB-650A6F22A34A}"/>
              </a:ext>
            </a:extLst>
          </p:cNvPr>
          <p:cNvSpPr txBox="1"/>
          <p:nvPr/>
        </p:nvSpPr>
        <p:spPr>
          <a:xfrm>
            <a:off x="6806843" y="889844"/>
            <a:ext cx="478508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 fun </a:t>
            </a:r>
            <a:r>
              <a:rPr lang="en-US" altLang="ko-KR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(): </a:t>
            </a:r>
            <a:r>
              <a:rPr lang="en-US" altLang="ko-KR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Unit 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runBlocking</a:t>
            </a:r>
            <a:r>
              <a:rPr lang="en-US" altLang="ko-KR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launch </a:t>
            </a: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userID</a:t>
            </a:r>
            <a:r>
              <a:rPr lang="en-US" altLang="ko-KR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showUserInfo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(Credentials())</a:t>
            </a:r>
            <a:b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launch </a:t>
            </a: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숫자 계산 중</a:t>
            </a:r>
            <a:r>
              <a:rPr lang="en-US" altLang="ko-KR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.."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delay(</a:t>
            </a:r>
            <a:r>
              <a:rPr lang="en-US" altLang="ko-KR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500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숫자 계산 끝</a:t>
            </a:r>
            <a:r>
              <a:rPr lang="en-US" altLang="ko-KR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launch </a:t>
            </a: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빈둥거리는 중</a:t>
            </a:r>
            <a:r>
              <a:rPr lang="en-US" altLang="ko-KR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.."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delay(</a:t>
            </a:r>
            <a:r>
              <a:rPr lang="en-US" altLang="ko-KR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1500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빈둥거리기 끝</a:t>
            </a:r>
            <a:r>
              <a:rPr lang="en-US" altLang="ko-KR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ko-KR" altLang="en-US" dirty="0">
              <a:solidFill>
                <a:srgbClr val="080808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8510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109C5-F7A8-DF38-69AE-3D39E3507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496C40-5B06-74CA-ACAC-14813DF3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코루틴</a:t>
            </a:r>
            <a:r>
              <a:rPr lang="ko-KR" altLang="en-US" dirty="0"/>
              <a:t> </a:t>
            </a:r>
            <a:r>
              <a:rPr lang="ko-KR" altLang="en-US" dirty="0" err="1"/>
              <a:t>빌더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582327-37D0-E6A0-C339-ED1D84646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743576" cy="494665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ko-KR" altLang="en-US" sz="3200" b="1" dirty="0">
                <a:latin typeface="+mn-ea"/>
              </a:rPr>
              <a:t> </a:t>
            </a:r>
            <a:r>
              <a:rPr lang="en-US" altLang="ko-KR" sz="3200" b="1" dirty="0">
                <a:latin typeface="+mn-ea"/>
              </a:rPr>
              <a:t>launch</a:t>
            </a:r>
          </a:p>
          <a:p>
            <a:pPr>
              <a:lnSpc>
                <a:spcPct val="100000"/>
              </a:lnSpc>
            </a:pPr>
            <a:r>
              <a:rPr lang="en-US" altLang="ko-KR" sz="2400" dirty="0"/>
              <a:t>launch </a:t>
            </a:r>
            <a:r>
              <a:rPr lang="ko-KR" altLang="en-US" sz="2400" dirty="0"/>
              <a:t>함수는 </a:t>
            </a:r>
            <a:r>
              <a:rPr lang="ko-KR" altLang="en-US" sz="2400" b="1" dirty="0">
                <a:solidFill>
                  <a:srgbClr val="FF5722"/>
                </a:solidFill>
              </a:rPr>
              <a:t>새로운 자식 </a:t>
            </a:r>
            <a:r>
              <a:rPr lang="ko-KR" altLang="en-US" sz="2400" b="1" dirty="0" err="1">
                <a:solidFill>
                  <a:srgbClr val="FF5722"/>
                </a:solidFill>
              </a:rPr>
              <a:t>코루틴을</a:t>
            </a:r>
            <a:r>
              <a:rPr lang="ko-KR" altLang="en-US" sz="2400" b="1" dirty="0">
                <a:solidFill>
                  <a:srgbClr val="FF5722"/>
                </a:solidFill>
              </a:rPr>
              <a:t> 시작하는 데 쓰인다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>
                <a:solidFill>
                  <a:srgbClr val="000000"/>
                </a:solidFill>
              </a:rPr>
              <a:t>어떤 코드를 실행하되 그 </a:t>
            </a:r>
            <a:r>
              <a:rPr lang="ko-KR" altLang="en-US" sz="2400" b="1" dirty="0" err="1">
                <a:solidFill>
                  <a:srgbClr val="FF5722"/>
                </a:solidFill>
              </a:rPr>
              <a:t>결괏값을</a:t>
            </a:r>
            <a:r>
              <a:rPr lang="ko-KR" altLang="en-US" sz="2400" b="1" dirty="0">
                <a:solidFill>
                  <a:srgbClr val="FF5722"/>
                </a:solidFill>
              </a:rPr>
              <a:t> 기다리지 않는 경우에 적합하다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2400" dirty="0"/>
              <a:t>launch </a:t>
            </a:r>
            <a:r>
              <a:rPr lang="ko-KR" altLang="en-US" sz="2400" dirty="0"/>
              <a:t>함수는 </a:t>
            </a:r>
            <a:r>
              <a:rPr lang="en-US" altLang="ko-KR" sz="2400" b="1" dirty="0">
                <a:solidFill>
                  <a:srgbClr val="FF5722"/>
                </a:solidFill>
              </a:rPr>
              <a:t>Job </a:t>
            </a:r>
            <a:r>
              <a:rPr lang="ko-KR" altLang="en-US" sz="2400" b="1" dirty="0">
                <a:solidFill>
                  <a:srgbClr val="FF5722"/>
                </a:solidFill>
              </a:rPr>
              <a:t>타입의 객체를 반환</a:t>
            </a:r>
            <a:r>
              <a:rPr lang="ko-KR" altLang="en-US" sz="2400" dirty="0"/>
              <a:t>한다</a:t>
            </a:r>
            <a:r>
              <a:rPr lang="en-US" altLang="ko-KR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Job: </a:t>
            </a:r>
            <a:r>
              <a:rPr lang="ko-KR" altLang="en-US" sz="2400" b="1" dirty="0" err="1">
                <a:solidFill>
                  <a:srgbClr val="FF5722"/>
                </a:solidFill>
              </a:rPr>
              <a:t>코루틴을</a:t>
            </a:r>
            <a:r>
              <a:rPr lang="ko-KR" altLang="en-US" sz="2400" b="1" dirty="0">
                <a:solidFill>
                  <a:srgbClr val="FF5722"/>
                </a:solidFill>
              </a:rPr>
              <a:t> 외부에서 조작할 수 있게 해주는 객체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72D8EF-B2AA-2BE4-E11A-EAFC407D01B1}"/>
              </a:ext>
            </a:extLst>
          </p:cNvPr>
          <p:cNvSpPr txBox="1"/>
          <p:nvPr/>
        </p:nvSpPr>
        <p:spPr>
          <a:xfrm>
            <a:off x="6806843" y="428179"/>
            <a:ext cx="478508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 fun </a:t>
            </a:r>
            <a:r>
              <a:rPr lang="en-US" altLang="ko-KR" sz="16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():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Unit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runBlocking</a:t>
            </a:r>
            <a:r>
              <a:rPr lang="en-US" altLang="ko-KR" sz="16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b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var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job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6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launch </a:t>
            </a:r>
            <a: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repeat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5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delay(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1000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job</a:t>
            </a:r>
            <a:r>
              <a:rPr lang="en-US" altLang="ko-KR" sz="16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87109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isActive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delay(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2500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job</a:t>
            </a:r>
            <a:r>
              <a:rPr lang="en-US" altLang="ko-KR" sz="16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87109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isCancelled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job</a:t>
            </a:r>
            <a:r>
              <a:rPr lang="en-US" altLang="ko-KR" sz="16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.cancel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job</a:t>
            </a:r>
            <a:r>
              <a:rPr lang="en-US" altLang="ko-KR" sz="16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87109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isCancelled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job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6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launch </a:t>
            </a:r>
            <a: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delay(</a:t>
            </a:r>
            <a:r>
              <a:rPr lang="en-US" altLang="ko-KR" sz="16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2000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끝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job</a:t>
            </a:r>
            <a:r>
              <a:rPr lang="en-US" altLang="ko-KR" sz="16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.join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다 끝난 후 실행</a:t>
            </a:r>
            <a:r>
              <a:rPr lang="en-US" altLang="ko-KR" sz="16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6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job</a:t>
            </a:r>
            <a:r>
              <a:rPr lang="en-US" altLang="ko-KR" sz="16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87109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isCompleted</a:t>
            </a:r>
            <a: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6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en-US" altLang="ko-KR" sz="1600" dirty="0">
              <a:solidFill>
                <a:srgbClr val="080808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783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0B11E-3E02-B35A-B550-FCF231C8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B55481-D21F-02FA-4A5A-D1350B18C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코루틴</a:t>
            </a:r>
            <a:r>
              <a:rPr lang="ko-KR" altLang="en-US" dirty="0"/>
              <a:t> </a:t>
            </a:r>
            <a:r>
              <a:rPr lang="ko-KR" altLang="en-US" dirty="0" err="1"/>
              <a:t>빌더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01B829-2B8C-B207-BBC0-725117FE9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743576" cy="494665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ko-KR" altLang="en-US" sz="3200" b="1" dirty="0">
                <a:latin typeface="+mn-ea"/>
              </a:rPr>
              <a:t> </a:t>
            </a:r>
            <a:r>
              <a:rPr lang="en-US" altLang="ko-KR" sz="3200" b="1" dirty="0">
                <a:latin typeface="+mn-ea"/>
              </a:rPr>
              <a:t>async</a:t>
            </a:r>
          </a:p>
          <a:p>
            <a:pPr>
              <a:lnSpc>
                <a:spcPct val="10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비동기 계산을 수행할 때 </a:t>
            </a:r>
            <a:r>
              <a:rPr lang="en-US" altLang="ko-KR" sz="2400" dirty="0"/>
              <a:t>async </a:t>
            </a:r>
            <a:r>
              <a:rPr lang="ko-KR" altLang="en-US" sz="2400" dirty="0" err="1"/>
              <a:t>빌더</a:t>
            </a:r>
            <a:r>
              <a:rPr lang="ko-KR" altLang="en-US" sz="2400" dirty="0"/>
              <a:t> 함수를 쓸 수 있다</a:t>
            </a:r>
            <a:r>
              <a:rPr lang="en-US" altLang="ko-KR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2400" dirty="0"/>
              <a:t>launch</a:t>
            </a:r>
            <a:r>
              <a:rPr lang="ko-KR" altLang="en-US" sz="2400" dirty="0"/>
              <a:t>와 달리 </a:t>
            </a:r>
            <a:r>
              <a:rPr lang="en-US" altLang="ko-KR" sz="2400" b="1" dirty="0">
                <a:solidFill>
                  <a:srgbClr val="FF5722"/>
                </a:solidFill>
              </a:rPr>
              <a:t>async </a:t>
            </a:r>
            <a:r>
              <a:rPr lang="ko-KR" altLang="en-US" sz="2400" b="1" dirty="0">
                <a:solidFill>
                  <a:srgbClr val="FF5722"/>
                </a:solidFill>
              </a:rPr>
              <a:t>함수의 반환 타입은</a:t>
            </a:r>
            <a:r>
              <a:rPr lang="en-US" altLang="ko-KR" sz="2400" b="1" dirty="0">
                <a:solidFill>
                  <a:srgbClr val="FF5722"/>
                </a:solidFill>
              </a:rPr>
              <a:t> Deferred&lt;T&gt; </a:t>
            </a:r>
            <a:r>
              <a:rPr lang="ko-KR" altLang="en-US" sz="2400" b="1" dirty="0">
                <a:solidFill>
                  <a:srgbClr val="FF5722"/>
                </a:solidFill>
              </a:rPr>
              <a:t>인스턴스</a:t>
            </a:r>
            <a:r>
              <a:rPr lang="ko-KR" altLang="en-US" sz="2400" dirty="0"/>
              <a:t>다</a:t>
            </a:r>
            <a:r>
              <a:rPr lang="en-US" altLang="ko-KR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Deferred: </a:t>
            </a:r>
            <a:r>
              <a:rPr lang="ko-KR" altLang="en-US" sz="2400" b="1" dirty="0">
                <a:solidFill>
                  <a:srgbClr val="FF5722"/>
                </a:solidFill>
              </a:rPr>
              <a:t>결과를 나중에 받을 수 있는 객체</a:t>
            </a:r>
            <a:endParaRPr lang="en-US" altLang="ko-KR" sz="2400" b="1" dirty="0">
              <a:solidFill>
                <a:srgbClr val="FF572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660D1F-4531-FC66-2390-6DFF5BD97200}"/>
              </a:ext>
            </a:extLst>
          </p:cNvPr>
          <p:cNvSpPr txBox="1"/>
          <p:nvPr/>
        </p:nvSpPr>
        <p:spPr>
          <a:xfrm>
            <a:off x="6806843" y="1905506"/>
            <a:ext cx="478508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suspend fun </a:t>
            </a:r>
            <a:r>
              <a:rPr lang="en-US" altLang="ko-KR" sz="1200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slowlyAddNumbers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):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 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"Waiting a bit before calculating </a:t>
            </a:r>
            <a:r>
              <a:rPr lang="en-US" altLang="ko-KR" sz="12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</a:t>
            </a:r>
            <a:r>
              <a:rPr lang="en-US" altLang="ko-KR" sz="12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+ </a:t>
            </a:r>
            <a:r>
              <a:rPr lang="en-US" altLang="ko-KR" sz="12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r>
              <a:rPr lang="en-US" altLang="ko-KR" sz="12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delay(</a:t>
            </a:r>
            <a:r>
              <a:rPr lang="en-US" altLang="ko-KR" sz="12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100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i="1" dirty="0">
                <a:solidFill>
                  <a:srgbClr val="87109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milliseconds 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*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2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sum 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 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+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b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"Waiting return </a:t>
            </a:r>
            <a:r>
              <a:rPr lang="en-US" altLang="ko-KR" sz="12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sum</a:t>
            </a:r>
            <a:r>
              <a:rPr lang="en-US" altLang="ko-KR" sz="12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.."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return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sum</a:t>
            </a:r>
            <a:b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  <a:p>
            <a:pPr>
              <a:buNone/>
            </a:pP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 fun </a:t>
            </a:r>
            <a:r>
              <a:rPr lang="en-US" altLang="ko-KR" sz="12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en-US" altLang="ko-KR" sz="12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runBlocking</a:t>
            </a:r>
            <a:r>
              <a:rPr lang="en-US" altLang="ko-KR" sz="12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"Starting the async computation"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2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myFirstDeferred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2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async </a:t>
            </a: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 </a:t>
            </a:r>
            <a:r>
              <a:rPr lang="en-US" altLang="ko-KR" sz="12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slowlyAddNumbers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12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2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mySecondDeferred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2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async </a:t>
            </a: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 </a:t>
            </a:r>
            <a:r>
              <a:rPr lang="en-US" altLang="ko-KR" sz="12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slowlyAddNumbers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4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12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4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"Waiting for the deferred value to be available"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"The first result: </a:t>
            </a:r>
            <a:r>
              <a:rPr lang="en-US" altLang="ko-KR" sz="12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myFirstDeferred</a:t>
            </a:r>
            <a:r>
              <a:rPr lang="en-US" altLang="ko-KR" sz="12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.await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r>
              <a:rPr lang="en-US" altLang="ko-KR" sz="12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en-US" altLang="ko-KR" sz="12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2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"The second result: </a:t>
            </a:r>
            <a:r>
              <a:rPr lang="en-US" altLang="ko-KR" sz="12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${</a:t>
            </a:r>
            <a:r>
              <a:rPr lang="en-US" altLang="ko-KR" sz="12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mySecondDeferred</a:t>
            </a:r>
            <a:r>
              <a:rPr lang="en-US" altLang="ko-KR" sz="12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.await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r>
              <a:rPr lang="en-US" altLang="ko-KR" sz="1200" dirty="0">
                <a:solidFill>
                  <a:srgbClr val="0037A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en-US" altLang="ko-KR" sz="12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2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2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en-US" altLang="ko-KR" sz="1200" dirty="0">
              <a:solidFill>
                <a:srgbClr val="080808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8492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BCE18-158B-FC65-EA8A-F2A8E15F8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AF10F-F6EC-58A3-414D-47191FDBE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코루틴</a:t>
            </a:r>
            <a:r>
              <a:rPr lang="ko-KR" altLang="en-US" dirty="0"/>
              <a:t> </a:t>
            </a:r>
            <a:r>
              <a:rPr lang="ko-KR" altLang="en-US" dirty="0" err="1"/>
              <a:t>빌더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96A46-E0D0-AF80-CA20-7714A72FF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743576" cy="494665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ko-KR" altLang="en-US" sz="3200" b="1" dirty="0">
                <a:latin typeface="+mn-ea"/>
              </a:rPr>
              <a:t> </a:t>
            </a:r>
            <a:r>
              <a:rPr lang="en-US" altLang="ko-KR" sz="3200" b="1" dirty="0">
                <a:latin typeface="+mn-ea"/>
              </a:rPr>
              <a:t>async</a:t>
            </a:r>
          </a:p>
          <a:p>
            <a:pPr>
              <a:lnSpc>
                <a:spcPct val="10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비동기 계산을 수행할 때 </a:t>
            </a:r>
            <a:r>
              <a:rPr lang="en-US" altLang="ko-KR" sz="2400" dirty="0"/>
              <a:t>async </a:t>
            </a:r>
            <a:r>
              <a:rPr lang="ko-KR" altLang="en-US" sz="2400" dirty="0" err="1"/>
              <a:t>빌더</a:t>
            </a:r>
            <a:r>
              <a:rPr lang="ko-KR" altLang="en-US" sz="2400" dirty="0"/>
              <a:t> 함수를 쓸 수 있다</a:t>
            </a:r>
            <a:r>
              <a:rPr lang="en-US" altLang="ko-KR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2400" dirty="0"/>
              <a:t>launch</a:t>
            </a:r>
            <a:r>
              <a:rPr lang="ko-KR" altLang="en-US" sz="2400" dirty="0"/>
              <a:t>와 달리 </a:t>
            </a:r>
            <a:r>
              <a:rPr lang="en-US" altLang="ko-KR" sz="2400" b="1" dirty="0">
                <a:solidFill>
                  <a:srgbClr val="FF5722"/>
                </a:solidFill>
              </a:rPr>
              <a:t>async </a:t>
            </a:r>
            <a:r>
              <a:rPr lang="ko-KR" altLang="en-US" sz="2400" b="1" dirty="0">
                <a:solidFill>
                  <a:srgbClr val="FF5722"/>
                </a:solidFill>
              </a:rPr>
              <a:t>함수의 반환 타입은</a:t>
            </a:r>
            <a:r>
              <a:rPr lang="en-US" altLang="ko-KR" sz="2400" b="1" dirty="0">
                <a:solidFill>
                  <a:srgbClr val="FF5722"/>
                </a:solidFill>
              </a:rPr>
              <a:t> Deferred&lt;T&gt; </a:t>
            </a:r>
            <a:r>
              <a:rPr lang="ko-KR" altLang="en-US" sz="2400" b="1" dirty="0">
                <a:solidFill>
                  <a:srgbClr val="FF5722"/>
                </a:solidFill>
              </a:rPr>
              <a:t>인스턴스</a:t>
            </a:r>
            <a:r>
              <a:rPr lang="ko-KR" altLang="en-US" sz="2400" dirty="0"/>
              <a:t>다</a:t>
            </a:r>
            <a:r>
              <a:rPr lang="en-US" altLang="ko-KR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FF5722"/>
                </a:solidFill>
              </a:rPr>
              <a:t>Deferred: </a:t>
            </a:r>
            <a:r>
              <a:rPr lang="ko-KR" altLang="en-US" sz="2400" b="1" dirty="0">
                <a:solidFill>
                  <a:srgbClr val="FF5722"/>
                </a:solidFill>
              </a:rPr>
              <a:t>결과를 나중에 받을 수 있는 객체</a:t>
            </a:r>
            <a:endParaRPr lang="en-US" altLang="ko-KR" sz="2400" b="1" dirty="0">
              <a:solidFill>
                <a:srgbClr val="FF572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9F9E17-5C7D-1486-7F84-9007B8E608DD}"/>
              </a:ext>
            </a:extLst>
          </p:cNvPr>
          <p:cNvSpPr txBox="1"/>
          <p:nvPr/>
        </p:nvSpPr>
        <p:spPr>
          <a:xfrm>
            <a:off x="6806843" y="582067"/>
            <a:ext cx="478508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 fun </a:t>
            </a:r>
            <a:r>
              <a:rPr lang="en-US" altLang="ko-KR" sz="14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(): 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Unit 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4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runBlocking</a:t>
            </a:r>
            <a:r>
              <a:rPr lang="en-US" altLang="ko-KR" sz="14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4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4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deferred 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4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async </a:t>
            </a:r>
            <a: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delay(</a:t>
            </a:r>
            <a:r>
              <a:rPr lang="en-US" altLang="ko-KR" sz="14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1000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4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42</a:t>
            </a:r>
            <a:br>
              <a:rPr lang="en-US" altLang="ko-KR" sz="14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4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deferred</a:t>
            </a:r>
            <a:r>
              <a:rPr lang="en-US" altLang="ko-KR" sz="14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400" dirty="0" err="1">
                <a:solidFill>
                  <a:srgbClr val="87109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isActive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4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4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result 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deferred</a:t>
            </a:r>
            <a:r>
              <a:rPr lang="en-US" altLang="ko-KR" sz="14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.await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4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result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4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4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 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4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async </a:t>
            </a:r>
            <a: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 </a:t>
            </a:r>
            <a:r>
              <a:rPr lang="en-US" altLang="ko-KR" sz="14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 </a:t>
            </a:r>
            <a: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4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4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 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4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async </a:t>
            </a:r>
            <a: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 </a:t>
            </a:r>
            <a:r>
              <a:rPr lang="en-US" altLang="ko-KR" sz="14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20 </a:t>
            </a:r>
            <a: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4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</a:t>
            </a:r>
            <a:r>
              <a:rPr lang="en-US" altLang="ko-KR" sz="14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.await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+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r>
              <a:rPr lang="en-US" altLang="ko-KR" sz="14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.await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())</a:t>
            </a:r>
            <a:b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4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4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 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4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async </a:t>
            </a:r>
            <a: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4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throw 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Exception(</a:t>
            </a:r>
            <a:r>
              <a:rPr lang="en-US" altLang="ko-KR" sz="14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4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에러</a:t>
            </a:r>
            <a:r>
              <a:rPr lang="en-US" altLang="ko-KR" sz="14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4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try 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</a:t>
            </a:r>
            <a:r>
              <a:rPr lang="en-US" altLang="ko-KR" sz="14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.await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 </a:t>
            </a:r>
            <a:r>
              <a:rPr lang="en-US" altLang="ko-KR" sz="14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catch 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Exception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4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4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4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잡힘</a:t>
            </a:r>
            <a:r>
              <a:rPr lang="en-US" altLang="ko-KR" sz="14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4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</a:t>
            </a:r>
            <a:r>
              <a:rPr lang="en-US" altLang="ko-KR" sz="14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400" dirty="0" err="1">
                <a:solidFill>
                  <a:srgbClr val="871094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isActive</a:t>
            </a: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en-US" altLang="ko-KR" sz="1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4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en-US" altLang="ko-KR" sz="1400" dirty="0">
              <a:solidFill>
                <a:srgbClr val="080808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0685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E4B7A-8711-188D-8363-B544E0566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59FBA8-AC3A-AFD6-0D6D-5B84014BD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코루틴</a:t>
            </a:r>
            <a:r>
              <a:rPr lang="ko-KR" altLang="en-US" dirty="0"/>
              <a:t> </a:t>
            </a:r>
            <a:r>
              <a:rPr lang="ko-KR" altLang="en-US" dirty="0" err="1"/>
              <a:t>빌더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4DC1E3-DFC4-83D4-32AE-2B20BA9B3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743576" cy="494665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ko-KR" altLang="en-US" sz="3200" b="1" dirty="0">
                <a:latin typeface="+mn-ea"/>
              </a:rPr>
              <a:t> </a:t>
            </a:r>
            <a:r>
              <a:rPr lang="en-US" altLang="ko-KR" sz="3200" b="1" dirty="0" err="1">
                <a:latin typeface="+mn-ea"/>
              </a:rPr>
              <a:t>coroutineScope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자식 </a:t>
            </a:r>
            <a:r>
              <a:rPr lang="ko-KR" altLang="en-US" sz="2400" b="1" dirty="0" err="1">
                <a:solidFill>
                  <a:srgbClr val="FF5722"/>
                </a:solidFill>
              </a:rPr>
              <a:t>코루틴</a:t>
            </a:r>
            <a:r>
              <a:rPr lang="ko-KR" altLang="en-US" sz="2400" b="1" dirty="0">
                <a:solidFill>
                  <a:srgbClr val="FF5722"/>
                </a:solidFill>
              </a:rPr>
              <a:t> 전부 끝날 때까지 기다림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/>
              <a:t>안전한 병렬 처리</a:t>
            </a:r>
            <a:r>
              <a:rPr lang="en-US" altLang="ko-KR" sz="2400" dirty="0"/>
              <a:t>.</a:t>
            </a:r>
            <a:endParaRPr lang="en-US" altLang="ko-KR" sz="2400" dirty="0">
              <a:solidFill>
                <a:srgbClr val="0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F5EEAA-37BE-719F-BD22-DE8DBEA05F54}"/>
              </a:ext>
            </a:extLst>
          </p:cNvPr>
          <p:cNvSpPr txBox="1"/>
          <p:nvPr/>
        </p:nvSpPr>
        <p:spPr>
          <a:xfrm>
            <a:off x="6806843" y="1720840"/>
            <a:ext cx="478508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suspend fun </a:t>
            </a:r>
            <a:r>
              <a:rPr lang="en-US" altLang="ko-KR" sz="18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load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= </a:t>
            </a:r>
            <a:r>
              <a:rPr lang="en-US" altLang="ko-KR" sz="18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coroutineScope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8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8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계산 중</a:t>
            </a:r>
            <a:r>
              <a:rPr lang="en-US" altLang="ko-KR" sz="18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.."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delay(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1000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8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8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async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 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8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8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async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 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</a:t>
            </a:r>
            <a:r>
              <a:rPr lang="en-US" altLang="ko-KR" sz="18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.await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 + 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</a:t>
            </a:r>
            <a:r>
              <a:rPr lang="en-US" altLang="ko-KR" sz="18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.await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</a:t>
            </a: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 fun </a:t>
            </a:r>
            <a:r>
              <a:rPr lang="en-US" altLang="ko-KR" sz="18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(): 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Unit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8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runBlocking</a:t>
            </a:r>
            <a:r>
              <a:rPr lang="en-US" altLang="ko-KR" sz="18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8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load()</a:t>
            </a: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8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en-US" altLang="ko-KR" sz="1800" dirty="0">
              <a:solidFill>
                <a:srgbClr val="080808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7732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D44F7-E976-99B1-1F18-B04A5A17E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B2252C-E506-4D02-4C45-F26DF1D8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코루틴</a:t>
            </a:r>
            <a:r>
              <a:rPr lang="ko-KR" altLang="en-US" dirty="0"/>
              <a:t> </a:t>
            </a:r>
            <a:r>
              <a:rPr lang="ko-KR" altLang="en-US" dirty="0" err="1"/>
              <a:t>빌더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2BD030-5935-71DE-6295-D9EEE3513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743576" cy="494665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ko-KR" altLang="en-US" sz="3200" b="1" dirty="0">
                <a:latin typeface="+mn-ea"/>
              </a:rPr>
              <a:t> </a:t>
            </a:r>
            <a:r>
              <a:rPr lang="en-US" altLang="ko-KR" sz="3200" b="1" dirty="0" err="1">
                <a:latin typeface="+mn-ea"/>
              </a:rPr>
              <a:t>supervisorScope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자식 하나 실패해도 다른 애 안 죽음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/>
              <a:t>일부 실패 허용해야 할 때</a:t>
            </a:r>
            <a:r>
              <a:rPr lang="en-US" altLang="ko-KR" sz="2400" dirty="0">
                <a:solidFill>
                  <a:srgbClr val="000000"/>
                </a:solidFill>
              </a:rPr>
              <a:t> </a:t>
            </a:r>
            <a:r>
              <a:rPr lang="ko-KR" altLang="en-US" sz="2400" dirty="0">
                <a:solidFill>
                  <a:srgbClr val="000000"/>
                </a:solidFill>
              </a:rPr>
              <a:t>사용</a:t>
            </a:r>
            <a:r>
              <a:rPr lang="en-US" altLang="ko-KR" sz="2400" dirty="0">
                <a:solidFill>
                  <a:srgbClr val="000000"/>
                </a:solidFill>
              </a:rPr>
              <a:t>.</a:t>
            </a:r>
            <a:endParaRPr lang="ko-KR" altLang="en-US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5B5B6A-3943-BF53-EF26-A7A6435A1D38}"/>
              </a:ext>
            </a:extLst>
          </p:cNvPr>
          <p:cNvSpPr txBox="1"/>
          <p:nvPr/>
        </p:nvSpPr>
        <p:spPr>
          <a:xfrm>
            <a:off x="6806843" y="2551837"/>
            <a:ext cx="47850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private fun </a:t>
            </a:r>
            <a:r>
              <a:rPr lang="en-US" altLang="ko-KR" sz="1800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main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(): 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Unit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8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runBlocking</a:t>
            </a:r>
            <a:r>
              <a:rPr lang="en-US" altLang="ko-KR" sz="18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supervisorScope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  <a:b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8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launch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 </a:t>
            </a:r>
            <a:r>
              <a:rPr lang="en-US" altLang="ko-KR" sz="18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throw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Exception()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8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launch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 </a:t>
            </a:r>
            <a:r>
              <a:rPr lang="en-US" altLang="ko-KR" sz="18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8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살아있음</a:t>
            </a:r>
            <a:r>
              <a:rPr lang="en-US" altLang="ko-KR" sz="18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endParaRPr lang="ko-KR" altLang="en-US" sz="1800" dirty="0">
              <a:solidFill>
                <a:srgbClr val="080808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0787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5FCD35-68A9-8D8D-4B54-BD8302243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62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유지민민">
      <a:majorFont>
        <a:latin typeface="나눔스퀘어라운드OTF Regular"/>
        <a:ea typeface="나눔스퀘어라운드OTF Regular"/>
        <a:cs typeface=""/>
      </a:majorFont>
      <a:minorFont>
        <a:latin typeface="나눔스퀘어라운드OTF Regular"/>
        <a:ea typeface="나눔스퀘어라운드OTF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2261</TotalTime>
  <Words>1818</Words>
  <Application>Microsoft Office PowerPoint</Application>
  <PresentationFormat>와이드스크린</PresentationFormat>
  <Paragraphs>133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D2Coding ligature</vt:lpstr>
      <vt:lpstr>나눔스퀘어라운드OTF Regular</vt:lpstr>
      <vt:lpstr>맑은 고딕</vt:lpstr>
      <vt:lpstr>Arial</vt:lpstr>
      <vt:lpstr>Wingdings</vt:lpstr>
      <vt:lpstr>Office 테마</vt:lpstr>
      <vt:lpstr>14장 코루틴</vt:lpstr>
      <vt:lpstr>목차</vt:lpstr>
      <vt:lpstr>코루틴이란?</vt:lpstr>
      <vt:lpstr>코루틴이란?</vt:lpstr>
      <vt:lpstr>코루틴이란?</vt:lpstr>
      <vt:lpstr>코루틴이란?</vt:lpstr>
      <vt:lpstr>코루틴이란?</vt:lpstr>
      <vt:lpstr>스레드와 코루틴 비교</vt:lpstr>
      <vt:lpstr>스레드와 코루틴 비교</vt:lpstr>
      <vt:lpstr>일시 중단 함수</vt:lpstr>
      <vt:lpstr>일시 중단 함수</vt:lpstr>
      <vt:lpstr>코루틴 빌더</vt:lpstr>
      <vt:lpstr>코루틴 빌더</vt:lpstr>
      <vt:lpstr>코루틴 빌더</vt:lpstr>
      <vt:lpstr>코루틴 빌더</vt:lpstr>
      <vt:lpstr>코루틴 빌더</vt:lpstr>
      <vt:lpstr>코루틴 빌더</vt:lpstr>
      <vt:lpstr>코루틴 빌더</vt:lpstr>
      <vt:lpstr>코루틴 빌더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mr.gllom mr.gllom</dc:creator>
  <cp:lastModifiedBy>mr.gllom mr.gllom</cp:lastModifiedBy>
  <cp:revision>3</cp:revision>
  <dcterms:created xsi:type="dcterms:W3CDTF">2025-09-20T06:33:18Z</dcterms:created>
  <dcterms:modified xsi:type="dcterms:W3CDTF">2026-03-18T13:47:07Z</dcterms:modified>
</cp:coreProperties>
</file>