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73" r:id="rId3"/>
    <p:sldId id="260" r:id="rId4"/>
    <p:sldId id="292" r:id="rId5"/>
    <p:sldId id="291" r:id="rId6"/>
    <p:sldId id="293" r:id="rId7"/>
    <p:sldId id="27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5722"/>
    <a:srgbClr val="212121"/>
    <a:srgbClr val="FFFFFF"/>
    <a:srgbClr val="009688"/>
    <a:srgbClr val="FAFAFA"/>
    <a:srgbClr val="FAF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gllom mr.gllom" userId="48a5bef9a0f1b8ae" providerId="LiveId" clId="{54CA7AFE-3EDF-44D0-91AC-F5DB1B406573}"/>
    <pc:docChg chg="undo custSel addSld delSld modSld">
      <pc:chgData name="mr.gllom mr.gllom" userId="48a5bef9a0f1b8ae" providerId="LiveId" clId="{54CA7AFE-3EDF-44D0-91AC-F5DB1B406573}" dt="2026-04-24T07:34:29.829" v="353" actId="47"/>
      <pc:docMkLst>
        <pc:docMk/>
      </pc:docMkLst>
      <pc:sldChg chg="addSp delSp modSp mod">
        <pc:chgData name="mr.gllom mr.gllom" userId="48a5bef9a0f1b8ae" providerId="LiveId" clId="{54CA7AFE-3EDF-44D0-91AC-F5DB1B406573}" dt="2026-04-24T06:42:58.186" v="142" actId="167"/>
        <pc:sldMkLst>
          <pc:docMk/>
          <pc:sldMk cId="1622128941" sldId="260"/>
        </pc:sldMkLst>
        <pc:spChg chg="mod">
          <ac:chgData name="mr.gllom mr.gllom" userId="48a5bef9a0f1b8ae" providerId="LiveId" clId="{54CA7AFE-3EDF-44D0-91AC-F5DB1B406573}" dt="2026-04-24T06:34:11.389" v="28" actId="20577"/>
          <ac:spMkLst>
            <pc:docMk/>
            <pc:sldMk cId="1622128941" sldId="260"/>
            <ac:spMk id="2" creationId="{02DB1897-6D67-761B-405D-EAC7A1B445A3}"/>
          </ac:spMkLst>
        </pc:spChg>
        <pc:spChg chg="mod">
          <ac:chgData name="mr.gllom mr.gllom" userId="48a5bef9a0f1b8ae" providerId="LiveId" clId="{54CA7AFE-3EDF-44D0-91AC-F5DB1B406573}" dt="2026-04-24T06:42:52.736" v="141" actId="14100"/>
          <ac:spMkLst>
            <pc:docMk/>
            <pc:sldMk cId="1622128941" sldId="260"/>
            <ac:spMk id="3" creationId="{6E50C0E5-24F4-E137-690F-A9821BCD5E59}"/>
          </ac:spMkLst>
        </pc:spChg>
        <pc:grpChg chg="add del">
          <ac:chgData name="mr.gllom mr.gllom" userId="48a5bef9a0f1b8ae" providerId="LiveId" clId="{54CA7AFE-3EDF-44D0-91AC-F5DB1B406573}" dt="2026-04-24T06:34:03.486" v="20" actId="478"/>
          <ac:grpSpMkLst>
            <pc:docMk/>
            <pc:sldMk cId="1622128941" sldId="260"/>
            <ac:grpSpMk id="12" creationId="{BC635E36-8C35-B556-560C-F6B4B730AF4B}"/>
          </ac:grpSpMkLst>
        </pc:grpChg>
        <pc:picChg chg="add mod ord">
          <ac:chgData name="mr.gllom mr.gllom" userId="48a5bef9a0f1b8ae" providerId="LiveId" clId="{54CA7AFE-3EDF-44D0-91AC-F5DB1B406573}" dt="2026-04-24T06:42:58.186" v="142" actId="167"/>
          <ac:picMkLst>
            <pc:docMk/>
            <pc:sldMk cId="1622128941" sldId="260"/>
            <ac:picMk id="4" creationId="{AB179E3E-EB74-E898-E1CE-5E93529DAF7E}"/>
          </ac:picMkLst>
        </pc:picChg>
        <pc:picChg chg="add del mod">
          <ac:chgData name="mr.gllom mr.gllom" userId="48a5bef9a0f1b8ae" providerId="LiveId" clId="{54CA7AFE-3EDF-44D0-91AC-F5DB1B406573}" dt="2026-04-24T06:33:25.668" v="6" actId="21"/>
          <ac:picMkLst>
            <pc:docMk/>
            <pc:sldMk cId="1622128941" sldId="260"/>
            <ac:picMk id="5" creationId="{7CD565AE-BAB9-91F4-3AD2-6D8FAB20D85F}"/>
          </ac:picMkLst>
        </pc:picChg>
      </pc:sldChg>
      <pc:sldChg chg="del">
        <pc:chgData name="mr.gllom mr.gllom" userId="48a5bef9a0f1b8ae" providerId="LiveId" clId="{54CA7AFE-3EDF-44D0-91AC-F5DB1B406573}" dt="2026-04-24T07:34:29.829" v="353" actId="47"/>
        <pc:sldMkLst>
          <pc:docMk/>
          <pc:sldMk cId="711130470" sldId="274"/>
        </pc:sldMkLst>
      </pc:sldChg>
      <pc:sldChg chg="del">
        <pc:chgData name="mr.gllom mr.gllom" userId="48a5bef9a0f1b8ae" providerId="LiveId" clId="{54CA7AFE-3EDF-44D0-91AC-F5DB1B406573}" dt="2026-04-24T07:34:29.829" v="353" actId="47"/>
        <pc:sldMkLst>
          <pc:docMk/>
          <pc:sldMk cId="3771087160" sldId="275"/>
        </pc:sldMkLst>
      </pc:sldChg>
      <pc:sldChg chg="del">
        <pc:chgData name="mr.gllom mr.gllom" userId="48a5bef9a0f1b8ae" providerId="LiveId" clId="{54CA7AFE-3EDF-44D0-91AC-F5DB1B406573}" dt="2026-04-24T07:34:29.829" v="353" actId="47"/>
        <pc:sldMkLst>
          <pc:docMk/>
          <pc:sldMk cId="1684162868" sldId="276"/>
        </pc:sldMkLst>
      </pc:sldChg>
      <pc:sldChg chg="del">
        <pc:chgData name="mr.gllom mr.gllom" userId="48a5bef9a0f1b8ae" providerId="LiveId" clId="{54CA7AFE-3EDF-44D0-91AC-F5DB1B406573}" dt="2026-04-24T07:34:29.829" v="353" actId="47"/>
        <pc:sldMkLst>
          <pc:docMk/>
          <pc:sldMk cId="3783158185" sldId="277"/>
        </pc:sldMkLst>
      </pc:sldChg>
      <pc:sldChg chg="addSp delSp modSp del mod">
        <pc:chgData name="mr.gllom mr.gllom" userId="48a5bef9a0f1b8ae" providerId="LiveId" clId="{54CA7AFE-3EDF-44D0-91AC-F5DB1B406573}" dt="2026-04-24T07:34:24.381" v="351" actId="47"/>
        <pc:sldMkLst>
          <pc:docMk/>
          <pc:sldMk cId="281658847" sldId="278"/>
        </pc:sldMkLst>
        <pc:picChg chg="add del mod">
          <ac:chgData name="mr.gllom mr.gllom" userId="48a5bef9a0f1b8ae" providerId="LiveId" clId="{54CA7AFE-3EDF-44D0-91AC-F5DB1B406573}" dt="2026-04-24T06:35:04.334" v="67" actId="21"/>
          <ac:picMkLst>
            <pc:docMk/>
            <pc:sldMk cId="281658847" sldId="278"/>
            <ac:picMk id="5" creationId="{7CD565AE-BAB9-91F4-3AD2-6D8FAB20D85F}"/>
          </ac:picMkLst>
        </pc:picChg>
      </pc:sldChg>
      <pc:sldChg chg="del">
        <pc:chgData name="mr.gllom mr.gllom" userId="48a5bef9a0f1b8ae" providerId="LiveId" clId="{54CA7AFE-3EDF-44D0-91AC-F5DB1B406573}" dt="2026-04-24T07:34:29.829" v="353" actId="47"/>
        <pc:sldMkLst>
          <pc:docMk/>
          <pc:sldMk cId="3659751709" sldId="279"/>
        </pc:sldMkLst>
      </pc:sldChg>
      <pc:sldChg chg="del">
        <pc:chgData name="mr.gllom mr.gllom" userId="48a5bef9a0f1b8ae" providerId="LiveId" clId="{54CA7AFE-3EDF-44D0-91AC-F5DB1B406573}" dt="2026-04-24T07:34:24.899" v="352" actId="47"/>
        <pc:sldMkLst>
          <pc:docMk/>
          <pc:sldMk cId="3886175739" sldId="280"/>
        </pc:sldMkLst>
      </pc:sldChg>
      <pc:sldChg chg="del">
        <pc:chgData name="mr.gllom mr.gllom" userId="48a5bef9a0f1b8ae" providerId="LiveId" clId="{54CA7AFE-3EDF-44D0-91AC-F5DB1B406573}" dt="2026-04-24T07:34:29.829" v="353" actId="47"/>
        <pc:sldMkLst>
          <pc:docMk/>
          <pc:sldMk cId="610496901" sldId="281"/>
        </pc:sldMkLst>
      </pc:sldChg>
      <pc:sldChg chg="del">
        <pc:chgData name="mr.gllom mr.gllom" userId="48a5bef9a0f1b8ae" providerId="LiveId" clId="{54CA7AFE-3EDF-44D0-91AC-F5DB1B406573}" dt="2026-04-24T07:34:29.829" v="353" actId="47"/>
        <pc:sldMkLst>
          <pc:docMk/>
          <pc:sldMk cId="290909166" sldId="282"/>
        </pc:sldMkLst>
      </pc:sldChg>
      <pc:sldChg chg="del">
        <pc:chgData name="mr.gllom mr.gllom" userId="48a5bef9a0f1b8ae" providerId="LiveId" clId="{54CA7AFE-3EDF-44D0-91AC-F5DB1B406573}" dt="2026-04-24T07:34:29.829" v="353" actId="47"/>
        <pc:sldMkLst>
          <pc:docMk/>
          <pc:sldMk cId="2587067353" sldId="284"/>
        </pc:sldMkLst>
      </pc:sldChg>
      <pc:sldChg chg="del">
        <pc:chgData name="mr.gllom mr.gllom" userId="48a5bef9a0f1b8ae" providerId="LiveId" clId="{54CA7AFE-3EDF-44D0-91AC-F5DB1B406573}" dt="2026-04-24T07:34:29.829" v="353" actId="47"/>
        <pc:sldMkLst>
          <pc:docMk/>
          <pc:sldMk cId="2118510315" sldId="285"/>
        </pc:sldMkLst>
      </pc:sldChg>
      <pc:sldChg chg="del">
        <pc:chgData name="mr.gllom mr.gllom" userId="48a5bef9a0f1b8ae" providerId="LiveId" clId="{54CA7AFE-3EDF-44D0-91AC-F5DB1B406573}" dt="2026-04-24T07:34:29.829" v="353" actId="47"/>
        <pc:sldMkLst>
          <pc:docMk/>
          <pc:sldMk cId="2688492842" sldId="286"/>
        </pc:sldMkLst>
      </pc:sldChg>
      <pc:sldChg chg="del">
        <pc:chgData name="mr.gllom mr.gllom" userId="48a5bef9a0f1b8ae" providerId="LiveId" clId="{54CA7AFE-3EDF-44D0-91AC-F5DB1B406573}" dt="2026-04-24T07:34:29.829" v="353" actId="47"/>
        <pc:sldMkLst>
          <pc:docMk/>
          <pc:sldMk cId="2697732828" sldId="287"/>
        </pc:sldMkLst>
      </pc:sldChg>
      <pc:sldChg chg="del">
        <pc:chgData name="mr.gllom mr.gllom" userId="48a5bef9a0f1b8ae" providerId="LiveId" clId="{54CA7AFE-3EDF-44D0-91AC-F5DB1B406573}" dt="2026-04-24T07:34:29.829" v="353" actId="47"/>
        <pc:sldMkLst>
          <pc:docMk/>
          <pc:sldMk cId="400783790" sldId="288"/>
        </pc:sldMkLst>
      </pc:sldChg>
      <pc:sldChg chg="del">
        <pc:chgData name="mr.gllom mr.gllom" userId="48a5bef9a0f1b8ae" providerId="LiveId" clId="{54CA7AFE-3EDF-44D0-91AC-F5DB1B406573}" dt="2026-04-24T07:34:29.829" v="353" actId="47"/>
        <pc:sldMkLst>
          <pc:docMk/>
          <pc:sldMk cId="3330685178" sldId="289"/>
        </pc:sldMkLst>
      </pc:sldChg>
      <pc:sldChg chg="del">
        <pc:chgData name="mr.gllom mr.gllom" userId="48a5bef9a0f1b8ae" providerId="LiveId" clId="{54CA7AFE-3EDF-44D0-91AC-F5DB1B406573}" dt="2026-04-24T07:34:29.829" v="353" actId="47"/>
        <pc:sldMkLst>
          <pc:docMk/>
          <pc:sldMk cId="2320787769" sldId="290"/>
        </pc:sldMkLst>
      </pc:sldChg>
      <pc:sldChg chg="addSp delSp modSp add mod">
        <pc:chgData name="mr.gllom mr.gllom" userId="48a5bef9a0f1b8ae" providerId="LiveId" clId="{54CA7AFE-3EDF-44D0-91AC-F5DB1B406573}" dt="2026-04-24T06:51:15.340" v="152" actId="20577"/>
        <pc:sldMkLst>
          <pc:docMk/>
          <pc:sldMk cId="4242808737" sldId="291"/>
        </pc:sldMkLst>
        <pc:spChg chg="mod">
          <ac:chgData name="mr.gllom mr.gllom" userId="48a5bef9a0f1b8ae" providerId="LiveId" clId="{54CA7AFE-3EDF-44D0-91AC-F5DB1B406573}" dt="2026-04-24T06:36:22.159" v="119" actId="20577"/>
          <ac:spMkLst>
            <pc:docMk/>
            <pc:sldMk cId="4242808737" sldId="291"/>
            <ac:spMk id="2" creationId="{8454E905-B7D4-119F-C392-95F39FB30754}"/>
          </ac:spMkLst>
        </pc:spChg>
        <pc:spChg chg="mod">
          <ac:chgData name="mr.gllom mr.gllom" userId="48a5bef9a0f1b8ae" providerId="LiveId" clId="{54CA7AFE-3EDF-44D0-91AC-F5DB1B406573}" dt="2026-04-24T06:51:15.340" v="152" actId="20577"/>
          <ac:spMkLst>
            <pc:docMk/>
            <pc:sldMk cId="4242808737" sldId="291"/>
            <ac:spMk id="3" creationId="{1F841AFC-056B-C7F0-1E5B-BD217892644C}"/>
          </ac:spMkLst>
        </pc:spChg>
        <pc:picChg chg="del">
          <ac:chgData name="mr.gllom mr.gllom" userId="48a5bef9a0f1b8ae" providerId="LiveId" clId="{54CA7AFE-3EDF-44D0-91AC-F5DB1B406573}" dt="2026-04-24T06:36:10.447" v="115" actId="478"/>
          <ac:picMkLst>
            <pc:docMk/>
            <pc:sldMk cId="4242808737" sldId="291"/>
            <ac:picMk id="4" creationId="{7C07D4A4-7D62-BFB8-0F73-A3E51195D77C}"/>
          </ac:picMkLst>
        </pc:picChg>
        <pc:picChg chg="add del mod">
          <ac:chgData name="mr.gllom mr.gllom" userId="48a5bef9a0f1b8ae" providerId="LiveId" clId="{54CA7AFE-3EDF-44D0-91AC-F5DB1B406573}" dt="2026-04-24T06:35:51.378" v="111" actId="21"/>
          <ac:picMkLst>
            <pc:docMk/>
            <pc:sldMk cId="4242808737" sldId="291"/>
            <ac:picMk id="5" creationId="{7CD565AE-BAB9-91F4-3AD2-6D8FAB20D85F}"/>
          </ac:picMkLst>
        </pc:picChg>
        <pc:picChg chg="add mod">
          <ac:chgData name="mr.gllom mr.gllom" userId="48a5bef9a0f1b8ae" providerId="LiveId" clId="{54CA7AFE-3EDF-44D0-91AC-F5DB1B406573}" dt="2026-04-24T06:49:55.065" v="150" actId="12789"/>
          <ac:picMkLst>
            <pc:docMk/>
            <pc:sldMk cId="4242808737" sldId="291"/>
            <ac:picMk id="6" creationId="{7CD565AE-BAB9-91F4-3AD2-6D8FAB20D85F}"/>
          </ac:picMkLst>
        </pc:picChg>
      </pc:sldChg>
      <pc:sldChg chg="add del">
        <pc:chgData name="mr.gllom mr.gllom" userId="48a5bef9a0f1b8ae" providerId="LiveId" clId="{54CA7AFE-3EDF-44D0-91AC-F5DB1B406573}" dt="2026-04-24T06:40:03.370" v="130" actId="2890"/>
        <pc:sldMkLst>
          <pc:docMk/>
          <pc:sldMk cId="3081387142" sldId="292"/>
        </pc:sldMkLst>
      </pc:sldChg>
      <pc:sldChg chg="addSp delSp modSp add mod">
        <pc:chgData name="mr.gllom mr.gllom" userId="48a5bef9a0f1b8ae" providerId="LiveId" clId="{54CA7AFE-3EDF-44D0-91AC-F5DB1B406573}" dt="2026-04-24T06:59:46.889" v="332"/>
        <pc:sldMkLst>
          <pc:docMk/>
          <pc:sldMk cId="3559935431" sldId="292"/>
        </pc:sldMkLst>
        <pc:spChg chg="mod">
          <ac:chgData name="mr.gllom mr.gllom" userId="48a5bef9a0f1b8ae" providerId="LiveId" clId="{54CA7AFE-3EDF-44D0-91AC-F5DB1B406573}" dt="2026-04-24T06:59:46.889" v="332"/>
          <ac:spMkLst>
            <pc:docMk/>
            <pc:sldMk cId="3559935431" sldId="292"/>
            <ac:spMk id="3" creationId="{DB8ABC51-F957-1015-18C9-2F2426D0BA5A}"/>
          </ac:spMkLst>
        </pc:spChg>
        <pc:spChg chg="add mod ord">
          <ac:chgData name="mr.gllom mr.gllom" userId="48a5bef9a0f1b8ae" providerId="LiveId" clId="{54CA7AFE-3EDF-44D0-91AC-F5DB1B406573}" dt="2026-04-24T06:53:21.025" v="169" actId="12789"/>
          <ac:spMkLst>
            <pc:docMk/>
            <pc:sldMk cId="3559935431" sldId="292"/>
            <ac:spMk id="6" creationId="{828C7B48-8B36-6BF1-EF46-E243BD9B6449}"/>
          </ac:spMkLst>
        </pc:spChg>
        <pc:picChg chg="add del">
          <ac:chgData name="mr.gllom mr.gllom" userId="48a5bef9a0f1b8ae" providerId="LiveId" clId="{54CA7AFE-3EDF-44D0-91AC-F5DB1B406573}" dt="2026-04-24T06:53:16.897" v="168" actId="478"/>
          <ac:picMkLst>
            <pc:docMk/>
            <pc:sldMk cId="3559935431" sldId="292"/>
            <ac:picMk id="4" creationId="{30C40046-9958-A6E2-9345-3A2B6A4E379C}"/>
          </ac:picMkLst>
        </pc:picChg>
      </pc:sldChg>
      <pc:sldChg chg="addSp delSp modSp add mod">
        <pc:chgData name="mr.gllom mr.gllom" userId="48a5bef9a0f1b8ae" providerId="LiveId" clId="{54CA7AFE-3EDF-44D0-91AC-F5DB1B406573}" dt="2026-04-24T07:03:56.175" v="350" actId="478"/>
        <pc:sldMkLst>
          <pc:docMk/>
          <pc:sldMk cId="3563364382" sldId="293"/>
        </pc:sldMkLst>
        <pc:spChg chg="add mod">
          <ac:chgData name="mr.gllom mr.gllom" userId="48a5bef9a0f1b8ae" providerId="LiveId" clId="{54CA7AFE-3EDF-44D0-91AC-F5DB1B406573}" dt="2026-04-24T07:03:55.036" v="349" actId="12789"/>
          <ac:spMkLst>
            <pc:docMk/>
            <pc:sldMk cId="3563364382" sldId="293"/>
            <ac:spMk id="5" creationId="{2C22E210-2D71-D96C-B7F6-6018ED9FB20A}"/>
          </ac:spMkLst>
        </pc:spChg>
        <pc:picChg chg="del">
          <ac:chgData name="mr.gllom mr.gllom" userId="48a5bef9a0f1b8ae" providerId="LiveId" clId="{54CA7AFE-3EDF-44D0-91AC-F5DB1B406573}" dt="2026-04-24T07:03:56.175" v="350" actId="478"/>
          <ac:picMkLst>
            <pc:docMk/>
            <pc:sldMk cId="3563364382" sldId="293"/>
            <ac:picMk id="6" creationId="{74DC2CB4-6D46-9C00-BFF8-BADF5BCE949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29CB68-1941-4906-AC12-2D09C79E6FC6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B2A7E-D471-4CC7-B736-F0E750F51E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640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D81BFE-472C-AF23-2029-6DA324332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628A33E-F5DB-1036-E8B3-FBA04DC26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F669E3-12AA-7AF5-48FA-4CAA4BD5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CA5F7C-F264-FAC4-9A35-C56F51A5A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8662AA-7A3C-E3B2-BAEE-996F22F58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594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BD7BB-911F-8F0F-E065-FE7BF9E6C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4F1CBB-4913-5D20-F798-54DE4F08C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06D1A2-531B-B859-4600-7D3BA314A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825EC8-DDBA-7DD5-F2B7-94094B227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04AABF-27AB-171E-7736-558F5285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9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09C6FB-E474-602B-0BAD-E2259AEEB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DBCF1C-1C77-DC9F-BE47-47F785136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E2F0D1-C861-6850-4681-94E0991CD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004389-A881-D74E-67D0-507332F37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131549-9AD6-A055-8DC7-49259C03C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507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A9677-7067-AE43-E6EA-7121223CA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5E21F-B711-3725-D9E6-7B624C82E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2B3174-BBA9-D1C1-68BE-AA39626C1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988F8A-BCCA-EA9B-3F2D-3CE189C6C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7647FE-A50D-3A6B-A5B8-1746E58FB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D4B680-A5CA-2369-C868-29E4DA468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87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1A26D9-81FB-28A2-A189-19D866CBE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0409CF-46E2-8692-1DDD-BD6F09413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C93492-A078-58FE-F431-8A6B16453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425CF4-E490-B087-799B-A284A5E292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0F05079-0B1D-2A08-4B5A-7A47563FAD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4CB6D9-4B94-78AD-DA57-2E708DE99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FAFAB1D-B6D7-722E-9B89-2C9AAF48A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F0175EC-D192-9F74-E1D9-9794ECC74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735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4150F0-F0B5-1431-EC65-E7735A97A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6056517-8D1C-E941-0F28-1C8683D64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5FB620-8763-F137-95F8-0717A78A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756677-C408-1CB4-480E-2007C105A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774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712225-B2B1-AC3A-7302-BC54A934E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C7CB12-69E1-E183-B317-9AFF1D361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3D257A-3B96-13BA-67CA-D0CB6206D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442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8F4DC-3405-3AAD-71BE-C4A1B45E3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8DE67E-4BA6-A7C5-CB7D-CAC6AF129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96027B-319E-E8FA-5654-775F932AA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2F7B85-1CD8-B7BA-D246-D0B249A38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2CE49D-CA29-23D9-0641-F90D5891F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E28064-4997-6872-3172-D1D00B04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176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0BE001-34F2-E5D4-7617-77DBB8BC4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0399026-4B53-0032-A905-E344171D6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8A3BD4-F81A-FCAB-5C0F-56AA1BC29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919C95-B508-4B2A-D648-A2371BF2E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C060E1-303A-06C8-180B-D8DFB19C3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92A05B-7B6E-4F4C-854A-0A4AE47FB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754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C9EBF8-80C9-8E0A-3B5C-C30D33480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C09593-F2B7-0A77-1276-CBDEB926B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A3DC8-A418-7F10-9B10-6B287200E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064125-E8C9-D375-C409-EC4ABC976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EB8F2B-6883-D688-2939-86C45E1C2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015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21DA494-40F1-4263-511A-0174C15216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D612D5-EAED-A3F7-D9B2-7E7D35396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290166-D5B1-7CA7-0990-0BFAB3F1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6AC9C1-87DF-962D-74EA-0F47162E0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F12968-7CAA-DF11-CF28-045E73DD1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106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B4D2831-1054-433A-439B-261C3F45D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0958DC-3F4B-88EC-B11C-25ED353B7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E05A6B-E3F9-EDFE-F146-5795CC45C1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215A9-734E-4AD3-8910-5EED93001A62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BFB9AA-ACE8-6B52-2FB0-DFC715A82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EF4FB8-5A01-566E-6DB0-67E074FB7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71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21212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1212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1212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1212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B3A9C1-EF8C-0E35-7892-BECDD7D7C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altLang="ko-KR" dirty="0"/>
              <a:t>MVI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E3EEAF6-6ABF-556C-87EA-7710277EA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22800"/>
            <a:ext cx="9684774" cy="2235200"/>
          </a:xfrm>
        </p:spPr>
        <p:txBody>
          <a:bodyPr anchor="ctr">
            <a:normAutofit/>
          </a:bodyPr>
          <a:lstStyle/>
          <a:p>
            <a:pPr algn="r"/>
            <a:r>
              <a:rPr lang="ko-KR" altLang="en-US" sz="1800" dirty="0"/>
              <a:t>유지민</a:t>
            </a:r>
          </a:p>
        </p:txBody>
      </p:sp>
    </p:spTree>
    <p:extLst>
      <p:ext uri="{BB962C8B-B14F-4D97-AF65-F5344CB8AC3E}">
        <p14:creationId xmlns:p14="http://schemas.microsoft.com/office/powerpoint/2010/main" val="378587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BDAA1-B01A-DC99-5C8E-4EC9D3BD9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1E704D-39F8-2CA4-4D4A-4DDED691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0399A3-6B37-93DA-2161-4EC1433CD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9569" y="1668839"/>
            <a:ext cx="3852862" cy="3936399"/>
          </a:xfrm>
        </p:spPr>
        <p:txBody>
          <a:bodyPr wrap="square" anchor="ctr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 err="1"/>
              <a:t>코루틴이란</a:t>
            </a:r>
            <a:r>
              <a:rPr lang="en-US" altLang="ko-KR" dirty="0"/>
              <a:t>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스레드와 </a:t>
            </a:r>
            <a:r>
              <a:rPr lang="ko-KR" altLang="en-US" dirty="0" err="1"/>
              <a:t>코루틴</a:t>
            </a:r>
            <a:r>
              <a:rPr lang="ko-KR" altLang="en-US" dirty="0"/>
              <a:t> 비교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일시 중단</a:t>
            </a:r>
            <a:r>
              <a:rPr lang="en-US" altLang="ko-KR" dirty="0"/>
              <a:t> </a:t>
            </a:r>
            <a:r>
              <a:rPr lang="ko-KR" altLang="en-US" dirty="0"/>
              <a:t>함수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 err="1"/>
              <a:t>코루틴</a:t>
            </a:r>
            <a:r>
              <a:rPr lang="ko-KR" altLang="en-US" dirty="0"/>
              <a:t> </a:t>
            </a:r>
            <a:r>
              <a:rPr lang="ko-KR" altLang="en-US" dirty="0" err="1"/>
              <a:t>빌더</a:t>
            </a:r>
            <a:endParaRPr lang="en-US" altLang="ko-KR" dirty="0"/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ko-KR" altLang="en-US" dirty="0" err="1"/>
              <a:t>코루틴</a:t>
            </a:r>
            <a:r>
              <a:rPr lang="ko-KR" altLang="en-US" dirty="0"/>
              <a:t> 컨텍스트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73298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BEA95-F698-7E59-5317-3BB9BA4A8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안드로이드 MVVM 패턴 - Must IT 블로그">
            <a:extLst>
              <a:ext uri="{FF2B5EF4-FFF2-40B4-BE49-F238E27FC236}">
                <a16:creationId xmlns:a16="http://schemas.microsoft.com/office/drawing/2014/main" id="{AB179E3E-EB74-E898-E1CE-5E93529DA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786" y="1816573"/>
            <a:ext cx="5733074" cy="322485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2DB1897-6D67-761B-405D-EAC7A1B44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MVVM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50C0E5-24F4-E137-690F-A9821BCD5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733074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MVVM</a:t>
            </a:r>
          </a:p>
          <a:p>
            <a:pPr>
              <a:lnSpc>
                <a:spcPct val="100000"/>
              </a:lnSpc>
            </a:pPr>
            <a:r>
              <a:rPr lang="en-US" altLang="ko-KR" sz="2400" dirty="0"/>
              <a:t>Model: </a:t>
            </a:r>
            <a:r>
              <a:rPr lang="ko-KR" altLang="en-US" sz="2400" dirty="0"/>
              <a:t>앱의 데이터와 비즈니스 로직 계층</a:t>
            </a:r>
            <a:r>
              <a:rPr lang="en-US" altLang="ko-KR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View: </a:t>
            </a:r>
            <a:r>
              <a:rPr lang="ko-KR" altLang="en-US" sz="2400" dirty="0"/>
              <a:t>사용자에게 보이는 </a:t>
            </a:r>
            <a:r>
              <a:rPr lang="en-US" altLang="ko-KR" sz="2400" dirty="0"/>
              <a:t>UI.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2400" dirty="0" err="1">
                <a:solidFill>
                  <a:srgbClr val="000000"/>
                </a:solidFill>
                <a:latin typeface="+mn-ea"/>
              </a:rPr>
              <a:t>ViewModel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en-US" altLang="ko-KR" sz="2400" dirty="0"/>
              <a:t>View</a:t>
            </a:r>
            <a:r>
              <a:rPr lang="ko-KR" altLang="en-US" sz="2400" dirty="0"/>
              <a:t>를 위한 상태와 로직을 관리하는 중간 계층</a:t>
            </a:r>
            <a:r>
              <a:rPr lang="en-US" altLang="ko-KR" sz="2400" dirty="0"/>
              <a:t>.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46374923-F320-A8B6-1168-14CBAC020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128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4798C-34C6-9F84-AB0C-2BB2EE97B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28C7B48-8B36-6BF1-EF46-E243BD9B6449}"/>
              </a:ext>
            </a:extLst>
          </p:cNvPr>
          <p:cNvSpPr txBox="1"/>
          <p:nvPr/>
        </p:nvSpPr>
        <p:spPr>
          <a:xfrm>
            <a:off x="6325093" y="520512"/>
            <a:ext cx="5504459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FolderViewModel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: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ViewModel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</a:t>
            </a: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_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folders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MutableStateFlow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&lt;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List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&lt;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&gt;&gt;(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emptyList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())</a:t>
            </a: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folders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_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folders.asStateFlow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</a:p>
          <a:p>
            <a:endParaRPr lang="ko-KR" altLang="en-US" sz="1200" dirty="0"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_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isLoading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MutableStateFlow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false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isLoading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_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isLoading.asStateFlow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</a:p>
          <a:p>
            <a:endParaRPr lang="ko-KR" altLang="en-US" sz="1200" dirty="0"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_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errorMessage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MutableStateFlow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&lt;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?&gt;(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null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errorMessage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_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errorMessage.asStateFlow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</a:p>
          <a:p>
            <a:endParaRPr lang="ko-KR" altLang="en-US" sz="1200" dirty="0"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loadFolders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</a:t>
            </a: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viewModelScope.launch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    _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isLoading.value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true</a:t>
            </a:r>
            <a:endParaRPr lang="ko-KR" altLang="en-US" sz="1200" dirty="0"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   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try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        _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folders.value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repository.getFolders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    }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catch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(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Exception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        _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errorMessage.value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e.message</a:t>
            </a:r>
            <a:endParaRPr lang="ko-KR" altLang="en-US" sz="1200" dirty="0"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    }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finally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        _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isLoading.value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false</a:t>
            </a:r>
            <a:endParaRPr lang="ko-KR" altLang="en-US" sz="1200" dirty="0"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    }</a:t>
            </a: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}</a:t>
            </a: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</a:p>
          <a:p>
            <a:endParaRPr lang="ko-KR" altLang="en-US" sz="1200" dirty="0"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deleteFolder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folderId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Long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// ...</a:t>
            </a: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</a:p>
          <a:p>
            <a:endParaRPr lang="ko-KR" altLang="en-US" sz="1200" dirty="0"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bookmarkFolder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folderId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en-US" sz="1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Long</a:t>
            </a:r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// ...</a:t>
            </a: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</a:p>
          <a:p>
            <a:r>
              <a:rPr lang="ko-KR" altLang="en-US" sz="1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01AB74F-F0DB-9595-A473-9579FC689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MVVM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8ABC51-F957-1015-18C9-2F2426D0B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733074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MVVM</a:t>
            </a:r>
          </a:p>
          <a:p>
            <a:pPr>
              <a:lnSpc>
                <a:spcPct val="100000"/>
              </a:lnSpc>
            </a:pPr>
            <a:r>
              <a:rPr lang="ko-KR" altLang="en-US" sz="2400" dirty="0"/>
              <a:t>구조가 직관적이지만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코드가 깊어지거나 상태가 많아지면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논리적 모순이 발생하고 가독성이 떨어짐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C5F2963D-C599-67E0-9D60-EE81E0EEE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935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93975-C367-4973-FB85-ECB066484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54E905-B7D4-119F-C392-95F39FB30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MVI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841AFC-056B-C7F0-1E5B-BD2178926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733074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MVI</a:t>
            </a:r>
          </a:p>
          <a:p>
            <a:pPr>
              <a:lnSpc>
                <a:spcPct val="100000"/>
              </a:lnSpc>
            </a:pPr>
            <a:r>
              <a:rPr lang="en-US" altLang="ko-KR" sz="2400" dirty="0"/>
              <a:t>Model: </a:t>
            </a:r>
            <a:r>
              <a:rPr lang="ko-KR" altLang="en-US" sz="2400" dirty="0"/>
              <a:t>화면의 상태 또는 앱의 데이터</a:t>
            </a:r>
            <a:r>
              <a:rPr lang="en-US" altLang="ko-KR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2400" dirty="0"/>
              <a:t>View: </a:t>
            </a:r>
            <a:r>
              <a:rPr lang="ko-KR" altLang="en-US" sz="2400" dirty="0"/>
              <a:t>사용자에게 보이는 </a:t>
            </a:r>
            <a:r>
              <a:rPr lang="en-US" altLang="ko-KR" sz="2400" dirty="0"/>
              <a:t>UI.</a:t>
            </a:r>
          </a:p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Intent: </a:t>
            </a:r>
            <a:r>
              <a:rPr lang="ko-KR" altLang="en-US" sz="2400" dirty="0"/>
              <a:t>사용자의 의도</a:t>
            </a:r>
            <a:r>
              <a:rPr lang="en-US" altLang="ko-KR" sz="2400" dirty="0"/>
              <a:t>.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3C8A3675-95B6-2660-3420-5885FBBFD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그림 5" descr="Android 프로젝트에 MVI 도입하기 | 찰스의 안드로이드">
            <a:extLst>
              <a:ext uri="{FF2B5EF4-FFF2-40B4-BE49-F238E27FC236}">
                <a16:creationId xmlns:a16="http://schemas.microsoft.com/office/drawing/2014/main" id="{7CD565AE-BAB9-91F4-3AD2-6D8FAB20D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978" y="2013378"/>
            <a:ext cx="5309881" cy="283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808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363D5-D856-37F2-93E0-6389CE2D9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24F3BE-0006-01BE-A6DB-49F13765C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MVI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3A3A07-4063-C6E6-83F6-DA1D0A358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733074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MVI</a:t>
            </a:r>
          </a:p>
          <a:p>
            <a:pPr>
              <a:lnSpc>
                <a:spcPct val="100000"/>
              </a:lnSpc>
            </a:pPr>
            <a:r>
              <a:rPr lang="en-US" altLang="ko-KR" sz="2400" dirty="0"/>
              <a:t>Model: </a:t>
            </a:r>
            <a:r>
              <a:rPr lang="ko-KR" altLang="en-US" sz="2400" dirty="0"/>
              <a:t>화면의 상태 또는 앱의 데이터</a:t>
            </a:r>
            <a:r>
              <a:rPr lang="en-US" altLang="ko-KR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2400" dirty="0"/>
              <a:t>View: </a:t>
            </a:r>
            <a:r>
              <a:rPr lang="ko-KR" altLang="en-US" sz="2400" dirty="0"/>
              <a:t>사용자에게 보이는 </a:t>
            </a:r>
            <a:r>
              <a:rPr lang="en-US" altLang="ko-KR" sz="2400" dirty="0"/>
              <a:t>UI.</a:t>
            </a:r>
          </a:p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Intent: </a:t>
            </a:r>
            <a:r>
              <a:rPr lang="ko-KR" altLang="en-US" sz="2400" dirty="0"/>
              <a:t>사용자의 의도</a:t>
            </a:r>
            <a:r>
              <a:rPr lang="en-US" altLang="ko-KR" sz="2400" dirty="0"/>
              <a:t>.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9CFA0F8A-B1EE-4E91-9608-D5A8A4EA7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2E210-2D71-D96C-B7F6-6018ED9FB20A}"/>
              </a:ext>
            </a:extLst>
          </p:cNvPr>
          <p:cNvSpPr txBox="1"/>
          <p:nvPr/>
        </p:nvSpPr>
        <p:spPr>
          <a:xfrm>
            <a:off x="8079735" y="674400"/>
            <a:ext cx="241836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</a:t>
            </a:r>
            <a:r>
              <a:rPr lang="ko-KR" altLang="en-US" sz="3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en-US" sz="3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Action</a:t>
            </a:r>
            <a:endParaRPr lang="ko-KR" altLang="en-US" sz="3200" dirty="0"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r>
              <a:rPr lang="ko-KR" altLang="en-US" sz="3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↓</a:t>
            </a:r>
          </a:p>
          <a:p>
            <a:r>
              <a:rPr lang="ko-KR" altLang="en-US" sz="3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Intent</a:t>
            </a:r>
            <a:endParaRPr lang="ko-KR" altLang="en-US" sz="3200" dirty="0"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r>
              <a:rPr lang="ko-KR" altLang="en-US" sz="3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↓</a:t>
            </a:r>
          </a:p>
          <a:p>
            <a:r>
              <a:rPr lang="ko-KR" altLang="en-US" sz="3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ViewModel</a:t>
            </a:r>
            <a:endParaRPr lang="ko-KR" altLang="en-US" sz="3200" dirty="0"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r>
              <a:rPr lang="ko-KR" altLang="en-US" sz="3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↓</a:t>
            </a:r>
          </a:p>
          <a:p>
            <a:r>
              <a:rPr lang="ko-KR" altLang="en-US" sz="3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Reduce</a:t>
            </a:r>
            <a:endParaRPr lang="ko-KR" altLang="en-US" sz="3200" dirty="0"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r>
              <a:rPr lang="ko-KR" altLang="en-US" sz="3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↓</a:t>
            </a:r>
          </a:p>
          <a:p>
            <a:r>
              <a:rPr lang="ko-KR" altLang="en-US" sz="3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New </a:t>
            </a:r>
            <a:r>
              <a:rPr lang="ko-KR" altLang="en-US" sz="3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UiState</a:t>
            </a:r>
            <a:endParaRPr lang="ko-KR" altLang="en-US" sz="3200" dirty="0"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r>
              <a:rPr lang="ko-KR" altLang="en-US" sz="3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↓</a:t>
            </a:r>
          </a:p>
          <a:p>
            <a:r>
              <a:rPr lang="ko-KR" altLang="en-US" sz="3200" dirty="0" err="1">
                <a:latin typeface="D2Coding ligature" panose="020B0609020101020101" pitchFamily="49" charset="-127"/>
                <a:ea typeface="D2Coding ligature" panose="020B0609020101020101" pitchFamily="49" charset="-127"/>
              </a:rPr>
              <a:t>Compose</a:t>
            </a:r>
            <a:r>
              <a:rPr lang="ko-KR" altLang="en-US" sz="3200" dirty="0">
                <a:latin typeface="D2Coding ligature" panose="020B0609020101020101" pitchFamily="49" charset="-127"/>
                <a:ea typeface="D2Coding ligature" panose="020B0609020101020101" pitchFamily="49" charset="-127"/>
              </a:rPr>
              <a:t> UI</a:t>
            </a:r>
          </a:p>
        </p:txBody>
      </p:sp>
    </p:spTree>
    <p:extLst>
      <p:ext uri="{BB962C8B-B14F-4D97-AF65-F5344CB8AC3E}">
        <p14:creationId xmlns:p14="http://schemas.microsoft.com/office/powerpoint/2010/main" val="3563364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45FCD35-68A9-8D8D-4B54-BD8302243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62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유지민민">
      <a:majorFont>
        <a:latin typeface="나눔스퀘어라운드OTF Regular"/>
        <a:ea typeface="나눔스퀘어라운드OTF Regular"/>
        <a:cs typeface=""/>
      </a:majorFont>
      <a:minorFont>
        <a:latin typeface="나눔스퀘어라운드OTF Regular"/>
        <a:ea typeface="나눔스퀘어라운드OTF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2348</TotalTime>
  <Words>284</Words>
  <Application>Microsoft Office PowerPoint</Application>
  <PresentationFormat>와이드스크린</PresentationFormat>
  <Paragraphs>69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D2Coding ligature</vt:lpstr>
      <vt:lpstr>나눔스퀘어라운드OTF Regular</vt:lpstr>
      <vt:lpstr>맑은 고딕</vt:lpstr>
      <vt:lpstr>Arial</vt:lpstr>
      <vt:lpstr>Wingdings</vt:lpstr>
      <vt:lpstr>Office 테마</vt:lpstr>
      <vt:lpstr>MVI</vt:lpstr>
      <vt:lpstr>목차</vt:lpstr>
      <vt:lpstr>MVVM</vt:lpstr>
      <vt:lpstr>MVVM</vt:lpstr>
      <vt:lpstr>MVI</vt:lpstr>
      <vt:lpstr>MVI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mr.gllom mr.gllom</dc:creator>
  <cp:lastModifiedBy>mr.gllom mr.gllom</cp:lastModifiedBy>
  <cp:revision>4</cp:revision>
  <dcterms:created xsi:type="dcterms:W3CDTF">2025-09-20T06:33:18Z</dcterms:created>
  <dcterms:modified xsi:type="dcterms:W3CDTF">2026-04-24T07:34:32Z</dcterms:modified>
</cp:coreProperties>
</file>